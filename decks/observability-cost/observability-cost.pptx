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55344-6r7zb0cha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55624-ja1c83n9rk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55912-3sgxlzfmkz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56166-acgxf5mrky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56455-pq1be5p5i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56736-82hk631a33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2026-08-27T14:22:36Z</dcterms:created>
  <dcterms:modified xsi:type="dcterms:W3CDTF">2026-08-27T14:22:36Z</dcterms:modified>
</cp:coreProperties>
</file>