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99125-ajknxt15s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99415-thqmotsg3h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99769-su2hn4tjm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00080-0ft4qemic6h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00376-7wki5lt3m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00673-miwbmt2ip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2026-08-27T14:23:20Z</dcterms:created>
  <dcterms:modified xsi:type="dcterms:W3CDTF">2026-08-27T14:23:20Z</dcterms:modified>
</cp:coreProperties>
</file>