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1974363-auki7l3b7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1974631-e4ago41lp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1974973-zt59jt9dl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1975252-5664vn98m3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1975520-hlcewq11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2026-08-27T14:46:15Z</dcterms:created>
  <dcterms:modified xsi:type="dcterms:W3CDTF">2026-08-27T14:46:15Z</dcterms:modified>
</cp:coreProperties>
</file>