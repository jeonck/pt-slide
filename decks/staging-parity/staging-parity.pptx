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94188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2059384"/>
            <a:ext cx="744748" cy="33734"/>
          </a:xfrm>
          <a:prstGeom prst="rect">
            <a:avLst/>
          </a:prstGeom>
          <a:solidFill>
            <a:srgbClr val="8B7B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2363986"/>
            <a:ext cx="11051451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39"/>
              </a:lnSpc>
              <a:spcBef>
                <a:spcPts val="2133"/>
              </a:spcBef>
              <a:buNone/>
            </a:pPr>
            <a:r>
              <a:rPr lang="en-US" sz="5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staging lies</a:t>
            </a:r>
            <a:endParaRPr lang="en-US" sz="5866" dirty="0"/>
          </a:p>
        </p:txBody>
      </p:sp>
      <p:sp>
        <p:nvSpPr>
          <p:cNvPr id="6" name="Text 4"/>
          <p:cNvSpPr/>
          <p:nvPr/>
        </p:nvSpPr>
        <p:spPr>
          <a:xfrm>
            <a:off x="677098" y="3495080"/>
            <a:ext cx="897912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spcBef>
                <a:spcPts val="1866"/>
              </a:spcBef>
              <a:buNone/>
            </a:pPr>
            <a:r>
              <a:rPr lang="en-US" sz="22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place staging differs from production is where the incidents come from. A green run is evidence about staging.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77098" y="469721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2666"/>
              </a:spcBef>
              <a:buNone/>
            </a:pPr>
            <a:r>
              <a:rPr lang="en-US" sz="1466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42357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PREMISE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run is evidence about staging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277166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926670" y="2375297"/>
            <a:ext cx="2771665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model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Staging is production with the expensive parts removed.</a:t>
            </a:r>
            <a:endParaRPr lang="en-US" sz="1866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93561" y="2901156"/>
            <a:ext cx="592386" cy="16926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5947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735519" y="2012950"/>
            <a:ext cx="277166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2" name="Text 9"/>
          <p:cNvSpPr/>
          <p:nvPr/>
        </p:nvSpPr>
        <p:spPr>
          <a:xfrm>
            <a:off x="4735519" y="2375297"/>
            <a:ext cx="2771665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the model</a:t>
            </a:r>
            <a:endParaRPr lang="en-US" sz="1866" dirty="0"/>
          </a:p>
        </p:txBody>
      </p:sp>
      <p:sp>
        <p:nvSpPr>
          <p:cNvPr id="13" name="Text 10"/>
          <p:cNvSpPr/>
          <p:nvPr/>
        </p:nvSpPr>
        <p:spPr>
          <a:xfrm>
            <a:off x="4735519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suite exercises that model and comes back green.</a:t>
            </a:r>
            <a:endParaRPr lang="en-US" sz="1866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02410" y="2901156"/>
            <a:ext cx="592386" cy="16926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294796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8B7B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8544368" y="2012950"/>
            <a:ext cx="277166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8544368" y="2375297"/>
            <a:ext cx="2771665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the original</a:t>
            </a:r>
            <a:endParaRPr lang="en-US" sz="1866" dirty="0"/>
          </a:p>
        </p:txBody>
      </p:sp>
      <p:sp>
        <p:nvSpPr>
          <p:cNvPr id="18" name="Text 14"/>
          <p:cNvSpPr/>
          <p:nvPr/>
        </p:nvSpPr>
        <p:spPr>
          <a:xfrm>
            <a:off x="8544368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report the result as if it were a fact about production.</a:t>
            </a:r>
            <a:endParaRPr lang="en-US" sz="1866" dirty="0"/>
          </a:p>
        </p:txBody>
      </p:sp>
      <p:sp>
        <p:nvSpPr>
          <p:cNvPr id="19" name="Shape 15"/>
          <p:cNvSpPr/>
          <p:nvPr/>
        </p:nvSpPr>
        <p:spPr>
          <a:xfrm>
            <a:off x="677098" y="4485680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1505506" y="4479330"/>
            <a:ext cx="0" cy="1430734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9795" y="4479330"/>
            <a:ext cx="0" cy="1430734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73291" y="4762897"/>
            <a:ext cx="10460168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staging run is a true statement about staging. It turns false the moment we read it as a statement about production.</a:t>
            </a:r>
            <a:endParaRPr lang="en-US" sz="2266" dirty="0"/>
          </a:p>
        </p:txBody>
      </p:sp>
      <p:sp>
        <p:nvSpPr>
          <p:cNvPr id="24" name="Text 20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40821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GREEN RUN NEVER TOUCHED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gaps, and what each one hides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51050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343086" y="2012950"/>
            <a:ext cx="543932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490391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Fixtures are small, clean and recent. Your worst row is none of those.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178989" y="1763316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28561" y="2051050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6844977" y="2012950"/>
            <a:ext cx="1528190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shape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6428561" y="2490391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arrive one at a time. Production arrives all at once.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7098" y="3921323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26670" y="4209058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1343086" y="4170958"/>
            <a:ext cx="2667857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Mocked dependencies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926670" y="4648398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mock returns what you expected. The real one returns a timeout.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8989" y="3921323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28561" y="4209058"/>
            <a:ext cx="2521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6844977" y="4170958"/>
            <a:ext cx="2253433" cy="30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and topology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28561" y="4648398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 cannot show what only happens between nodes.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07997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FORK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honest options, and one we keep choosing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4912993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gap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26670" y="2476698"/>
            <a:ext cx="49129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a second production, fully staffed.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26670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Production-shaped data, refreshed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dependencies, not mocks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and topology that match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196051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45623" y="2012950"/>
            <a:ext cx="4912993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Shrink staging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45623" y="2476698"/>
            <a:ext cx="49129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production tooling we do not have.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445623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5623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 and wiring proved, nothing more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Correctness moves behind flags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Canaries and fast rollback carry it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honest. Keeping the gap and keeping the claim is not.</a:t>
            </a:r>
            <a:endParaRPr lang="en-US" sz="2266" dirty="0"/>
          </a:p>
        </p:txBody>
      </p:sp>
      <p:sp>
        <p:nvSpPr>
          <p:cNvPr id="20" name="Text 18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599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852216"/>
            <a:ext cx="34521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1252423" y="1763316"/>
            <a:ext cx="628111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close?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1252423" y="2230437"/>
            <a:ext cx="628111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them, price them, give each an owner and a date.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2919016"/>
            <a:ext cx="34521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1252423" y="2830116"/>
            <a:ext cx="7446688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admit to?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1252423" y="3297238"/>
            <a:ext cx="744668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them down as known-untested surface, not as an oversight.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77098" y="3985816"/>
            <a:ext cx="34521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1252423" y="3896916"/>
            <a:ext cx="7887014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a staging pass stop meaning?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1252423" y="4364038"/>
            <a:ext cx="788701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 sentence we say instead, and put it in the release template.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we decide, a staging pass means one thing: the code ran somewhere.</a:t>
            </a:r>
            <a:endParaRPr lang="en-US" sz="2266" dirty="0"/>
          </a:p>
        </p:txBody>
      </p:sp>
      <p:sp>
        <p:nvSpPr>
          <p:cNvPr id="19" name="Text 17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2026-08-27T15:32:25Z</dcterms:created>
  <dcterms:modified xsi:type="dcterms:W3CDTF">2026-08-27T15:32:25Z</dcterms:modified>
</cp:coreProperties>
</file>