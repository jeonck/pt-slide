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25842-br6cm36yvl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26128-nc2s5g5iz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26392-q97l3ndub7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26673-wma2vf0u0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26950-xccbpn5cb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2026-08-27T14:22:06Z</dcterms:created>
  <dcterms:modified xsi:type="dcterms:W3CDTF">2026-08-27T14:22:06Z</dcterms:modified>
</cp:coreProperties>
</file>