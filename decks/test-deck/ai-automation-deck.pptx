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80343-v156d5g40z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80877-pnol26j9c8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81320-nb42ptrs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81789-skex152ch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slide-1787841982292-oy1q9yxez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88952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2026-08-27T14:46:22Z</dcterms:created>
  <dcterms:modified xsi:type="dcterms:W3CDTF">2026-08-27T14:46:22Z</dcterms:modified>
</cp:coreProperties>
</file>