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460945-u7ahtnno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461412-71t7ej4yk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461899-6flihn63ct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462601-bsdue7cy5g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463150-4ofh2mnr8u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2026-08-27T14:21:03Z</dcterms:created>
  <dcterms:modified xsi:type="dcterms:W3CDTF">2026-08-27T14:21:03Z</dcterms:modified>
</cp:coreProperties>
</file>