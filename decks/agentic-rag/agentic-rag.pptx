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14286-ani3y7e2yb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14575-fnzma0uo6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14879-k4xa6d558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15181-qwhvcphpm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15478-21j9qk7vbp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15761-4f4lc5pob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2026-08-27T14:23:35Z</dcterms:created>
  <dcterms:modified xsi:type="dcterms:W3CDTF">2026-08-27T14:23:35Z</dcterms:modified>
</cp:coreProperties>
</file>