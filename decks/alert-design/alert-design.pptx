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RISK REVIEW · ON-CALL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3174" y="1477169"/>
            <a:ext cx="11120657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99"/>
              </a:lnSpc>
              <a:spcAft>
                <a:spcPts val="3466"/>
              </a:spcAft>
              <a:buNone/>
            </a:pPr>
            <a:r>
              <a:rPr lang="en-US" sz="5333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design:</a:t>
            </a:r>
            <a:endParaRPr lang="en-US" sz="5333" dirty="0"/>
          </a:p>
          <a:p>
            <a:pPr algn="l" indent="0" marL="0">
              <a:lnSpc>
                <a:spcPts val="6399"/>
              </a:lnSpc>
              <a:spcAft>
                <a:spcPts val="3466"/>
              </a:spcAft>
              <a:buNone/>
            </a:pPr>
            <a:r>
              <a:rPr lang="en-US" sz="5333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deserves a page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43174" y="3542506"/>
            <a:ext cx="10902605" cy="130849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973" y="3779441"/>
            <a:ext cx="10568226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page wakes a human. The bar is not whether the alert is true. The bar is whether it is worth someone's night.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643174" y="5769570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3174" y="5794970"/>
            <a:ext cx="11120657" cy="419695"/>
          </a:xfrm>
          <a:prstGeom prst="rect">
            <a:avLst/>
          </a:prstGeom>
          <a:noFill/>
          <a:ln/>
        </p:spPr>
        <p:txBody>
          <a:bodyPr wrap="square" lIns="0" tIns="13545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 · DESTINATIONS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destinations, and only one wakes anyone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alert lands in one of three places. Most of the pain is landing wrong.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4735" y="3155752"/>
            <a:ext cx="97575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</a:t>
            </a:r>
            <a:endParaRPr lang="en-US" sz="1333" dirty="0"/>
          </a:p>
        </p:txBody>
      </p:sp>
      <p:sp>
        <p:nvSpPr>
          <p:cNvPr id="7" name="Shape 5"/>
          <p:cNvSpPr/>
          <p:nvPr/>
        </p:nvSpPr>
        <p:spPr>
          <a:xfrm>
            <a:off x="643174" y="4325541"/>
            <a:ext cx="1117321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0827" y="4558308"/>
            <a:ext cx="1139667" cy="473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FAILURE MODE</a:t>
            </a:r>
            <a:endParaRPr lang="en-US" sz="1333" dirty="0"/>
          </a:p>
        </p:txBody>
      </p:sp>
      <p:sp>
        <p:nvSpPr>
          <p:cNvPr id="9" name="Shape 7"/>
          <p:cNvSpPr/>
          <p:nvPr/>
        </p:nvSpPr>
        <p:spPr>
          <a:xfrm>
            <a:off x="2166793" y="2916634"/>
            <a:ext cx="2573488" cy="0"/>
          </a:xfrm>
          <a:prstGeom prst="line">
            <a:avLst/>
          </a:prstGeom>
          <a:noFill/>
          <a:ln w="3809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66793" y="2362200"/>
            <a:ext cx="1092518" cy="46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PAGE</a:t>
            </a:r>
            <a:endParaRPr lang="en-US" sz="2933" dirty="0"/>
          </a:p>
        </p:txBody>
      </p:sp>
      <p:sp>
        <p:nvSpPr>
          <p:cNvPr id="11" name="Text 9"/>
          <p:cNvSpPr/>
          <p:nvPr/>
        </p:nvSpPr>
        <p:spPr>
          <a:xfrm>
            <a:off x="2166793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Something is breaking now and only a person can stop it.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2166793" y="4325541"/>
            <a:ext cx="2573488" cy="0"/>
          </a:xfrm>
          <a:prstGeom prst="line">
            <a:avLst/>
          </a:prstGeom>
          <a:noFill/>
          <a:ln w="25397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66793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page that could have waited teaches people to wait.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078730" y="2292350"/>
            <a:ext cx="50787" cy="342304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467967" y="2916634"/>
            <a:ext cx="2573488" cy="0"/>
          </a:xfrm>
          <a:prstGeom prst="line">
            <a:avLst/>
          </a:prstGeom>
          <a:noFill/>
          <a:ln w="38095">
            <a:solidFill>
              <a:srgbClr val="0A0A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67967" y="2362200"/>
            <a:ext cx="1418513" cy="46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TICKET</a:t>
            </a:r>
            <a:endParaRPr lang="en-US" sz="2933" dirty="0"/>
          </a:p>
        </p:txBody>
      </p:sp>
      <p:sp>
        <p:nvSpPr>
          <p:cNvPr id="17" name="Text 15"/>
          <p:cNvSpPr/>
          <p:nvPr/>
        </p:nvSpPr>
        <p:spPr>
          <a:xfrm>
            <a:off x="5467967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Real work that survives until the next working day.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5467967" y="4325541"/>
            <a:ext cx="257348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7967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Something urgent filed here is read after the outage.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379905" y="2292350"/>
            <a:ext cx="50787" cy="342304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8769142" y="2916634"/>
            <a:ext cx="2573488" cy="0"/>
          </a:xfrm>
          <a:prstGeom prst="line">
            <a:avLst/>
          </a:prstGeom>
          <a:noFill/>
          <a:ln w="38095">
            <a:solidFill>
              <a:srgbClr val="0A0A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69142" y="2362200"/>
            <a:ext cx="2529041" cy="46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DASHBOARD</a:t>
            </a:r>
            <a:endParaRPr lang="en-US" sz="2933" dirty="0"/>
          </a:p>
        </p:txBody>
      </p:sp>
      <p:sp>
        <p:nvSpPr>
          <p:cNvPr id="23" name="Text 21"/>
          <p:cNvSpPr/>
          <p:nvPr/>
        </p:nvSpPr>
        <p:spPr>
          <a:xfrm>
            <a:off x="8769142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Context you read when you are already investigating.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8769142" y="4325541"/>
            <a:ext cx="257348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69142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dashboard notifies nobody. At 3am it is a dark room.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02/05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 · THE TEST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test an alert must pass to earn a page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questions. A no to any one of them means this is not a page.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71716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9565" y="2565003"/>
            <a:ext cx="24141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1716" y="3062684"/>
            <a:ext cx="305658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URGENT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71716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Does waiting until morning make it worse?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68567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71716" y="4378325"/>
            <a:ext cx="305658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SEND TO TICKET</a:t>
            </a:r>
            <a:endParaRPr lang="en-US" sz="1333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6908" y="3449439"/>
            <a:ext cx="270799" cy="1692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96251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664099" y="2565003"/>
            <a:ext cx="24141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96251" y="3062684"/>
            <a:ext cx="305658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ACTIONABLE</a:t>
            </a:r>
            <a:endParaRPr lang="en-US" sz="2133" dirty="0"/>
          </a:p>
        </p:txBody>
      </p:sp>
      <p:sp>
        <p:nvSpPr>
          <p:cNvPr id="16" name="Text 13"/>
          <p:cNvSpPr/>
          <p:nvPr/>
        </p:nvSpPr>
        <p:spPr>
          <a:xfrm>
            <a:off x="4596251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Is there a step someone can take right now?</a:t>
            </a:r>
            <a:endParaRPr lang="en-US" sz="1866" dirty="0"/>
          </a:p>
        </p:txBody>
      </p:sp>
      <p:sp>
        <p:nvSpPr>
          <p:cNvPr id="17" name="Text 14"/>
          <p:cNvSpPr/>
          <p:nvPr/>
        </p:nvSpPr>
        <p:spPr>
          <a:xfrm>
            <a:off x="4393101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596251" y="4378325"/>
            <a:ext cx="305658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DELETE OR FIX</a:t>
            </a:r>
            <a:endParaRPr lang="en-US" sz="1333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21443" y="3449439"/>
            <a:ext cx="270799" cy="169267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320785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8388634" y="2565003"/>
            <a:ext cx="24141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320785" y="3062684"/>
            <a:ext cx="305658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HUMAN ONLY</a:t>
            </a:r>
            <a:endParaRPr lang="en-US" sz="2133" dirty="0"/>
          </a:p>
        </p:txBody>
      </p:sp>
      <p:sp>
        <p:nvSpPr>
          <p:cNvPr id="23" name="Text 19"/>
          <p:cNvSpPr/>
          <p:nvPr/>
        </p:nvSpPr>
        <p:spPr>
          <a:xfrm>
            <a:off x="8320785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Can only a person take that step?</a:t>
            </a:r>
            <a:endParaRPr lang="en-US" sz="1866" dirty="0"/>
          </a:p>
        </p:txBody>
      </p:sp>
      <p:sp>
        <p:nvSpPr>
          <p:cNvPr id="24" name="Text 20"/>
          <p:cNvSpPr/>
          <p:nvPr/>
        </p:nvSpPr>
        <p:spPr>
          <a:xfrm>
            <a:off x="8117636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8320785" y="4378325"/>
            <a:ext cx="305658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AUTOMATE IT</a:t>
            </a:r>
            <a:endParaRPr lang="en-US" sz="1333" dirty="0"/>
          </a:p>
        </p:txBody>
      </p:sp>
      <p:sp>
        <p:nvSpPr>
          <p:cNvPr id="26" name="Text 22"/>
          <p:cNvSpPr/>
          <p:nvPr/>
        </p:nvSpPr>
        <p:spPr>
          <a:xfrm>
            <a:off x="643174" y="5012928"/>
            <a:ext cx="10902605" cy="702469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913973" y="5199063"/>
            <a:ext cx="1056822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All three, or it is not a page. Two out of three is still someone's night.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03/05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 · DISPOSITION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to do with the alerts that fail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failing alert is not left alone. It is deleted, downgraded, or fixed.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3174" y="2292350"/>
            <a:ext cx="10902605" cy="3423047"/>
          </a:xfrm>
          <a:prstGeom prst="rect">
            <a:avLst/>
          </a:prstGeom>
          <a:noFill/>
          <a:ln w="25397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703108" y="2317750"/>
            <a:ext cx="0" cy="1107083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442" y="2685058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15349" y="2729111"/>
            <a:ext cx="15540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80966" y="2684066"/>
            <a:ext cx="1188030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DELETE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3952680" y="2527498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It has never once changed what anyone did. Deleting it removes noise and nothing else; the check that produced it can stay.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668567" y="3437533"/>
            <a:ext cx="1085181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3108" y="3450233"/>
            <a:ext cx="0" cy="1107083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442" y="3817541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15349" y="3861594"/>
            <a:ext cx="15540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80966" y="3816548"/>
            <a:ext cx="2021533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DOWNGRADE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3952680" y="3659981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condition is real and it can wait. Move it to a queue with a named owner and a date. A promise is not the same as silence.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68567" y="4557316"/>
            <a:ext cx="10851818" cy="1132483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68567" y="4570016"/>
            <a:ext cx="1085181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03108" y="4582716"/>
            <a:ext cx="0" cy="1107083"/>
          </a:xfrm>
          <a:prstGeom prst="line">
            <a:avLst/>
          </a:prstGeom>
          <a:noFill/>
          <a:ln w="25397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5442" y="4950023"/>
            <a:ext cx="372374" cy="3724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15349" y="4994077"/>
            <a:ext cx="155409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80966" y="4949031"/>
            <a:ext cx="471084" cy="374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FIX</a:t>
            </a:r>
            <a:endParaRPr lang="en-US" sz="2266" dirty="0"/>
          </a:p>
        </p:txBody>
      </p:sp>
      <p:sp>
        <p:nvSpPr>
          <p:cNvPr id="24" name="Text 22"/>
          <p:cNvSpPr/>
          <p:nvPr/>
        </p:nvSpPr>
        <p:spPr>
          <a:xfrm>
            <a:off x="3952680" y="4792464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It fires because the system needs a human to survive. Repair the system and the alert deletes itself. Only this one lowers the count.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04/05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05 · OPEN QUESTIONS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we need to decide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rule is short. Holding to it is not. These are the parts still open.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3174" y="2292350"/>
            <a:ext cx="10902605" cy="123229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3973" y="2529284"/>
            <a:ext cx="1056822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it can wait, it is a ticket. If no one is needed, it is a script. If nobody is looking, it is a dashboard. What is left is a page.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643174" y="3774281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174" y="3913783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2126" y="3957836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18697" y="3928070"/>
            <a:ext cx="678619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may delete an alert, and what do they have to show to do it?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643174" y="4425553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174" y="4565055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2126" y="4609108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18697" y="4579342"/>
            <a:ext cx="703226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How many pages in one shift is too many, and who makes that call?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643174" y="5076825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3174" y="5216327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72126" y="5260380"/>
            <a:ext cx="11655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18697" y="5230614"/>
            <a:ext cx="628111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alerts do we fix at the source before the next rotation?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 · ALERT DESIGN · SHEET 05/05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2026-08-27T14:36:56Z</dcterms:created>
  <dcterms:modified xsi:type="dcterms:W3CDTF">2026-08-27T14:36:56Z</dcterms:modified>
</cp:coreProperties>
</file>