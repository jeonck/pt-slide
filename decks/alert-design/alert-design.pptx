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609291-1g26p7m60r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609564-cpuuwx3ks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609817-bsgwgmxlf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610072-bu7nha8rx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87840610383-wbq080qtz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2026-08-27T14:23:30Z</dcterms:created>
  <dcterms:modified xsi:type="dcterms:W3CDTF">2026-08-27T14:23:30Z</dcterms:modified>
</cp:coreProperties>
</file>