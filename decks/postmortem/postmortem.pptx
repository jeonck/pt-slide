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112426" y="406400"/>
            <a:ext cx="15656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971748"/>
            <a:ext cx="11327869" cy="146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519"/>
              </a:lnSpc>
              <a:spcBef>
                <a:spcPts val="1333"/>
              </a:spcBef>
              <a:buNone/>
            </a:pPr>
            <a:r>
              <a:rPr lang="en-US" sz="8532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POSTMORTEM</a:t>
            </a:r>
            <a:endParaRPr lang="en-US" sz="8532" dirty="0"/>
          </a:p>
        </p:txBody>
      </p:sp>
      <p:sp>
        <p:nvSpPr>
          <p:cNvPr id="6" name="Text 4"/>
          <p:cNvSpPr/>
          <p:nvPr/>
        </p:nvSpPr>
        <p:spPr>
          <a:xfrm>
            <a:off x="541599" y="2569964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2840633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OF THE WORD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3101380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word actually costs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541599" y="3863181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1599" y="4040783"/>
            <a:ext cx="5639652" cy="166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“Don’t blame people” is not a tone. It is a set of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concessions an organisation has to make, and mostly does not. What follows is what they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cost, and who has to pay.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341469" y="4040783"/>
            <a:ext cx="8332" cy="181312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20601" y="4040783"/>
            <a:ext cx="512728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BYLINE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6620601" y="4369197"/>
            <a:ext cx="512728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620601" y="4814491"/>
            <a:ext cx="5026752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20601" y="4822825"/>
            <a:ext cx="512728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Source — none.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 metric, rate or duration appears in this deck; the argument is mechanical.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9636097" y="6089253"/>
            <a:ext cx="205148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01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a review is for, and what it gets used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 FOR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Changing the system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review earns its hour by changing the thing that failed — a guard,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default, a removed foot-gun. If nothing outside the document changes, the hour bought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document.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GETS USED FOR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Settling whether one person was careless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room can also answer a cheaper question, and closing it closes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ticket. It ends the search at the first human in the chain, which is never where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chain ends.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TELL THEM APART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 the last paragraph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review ends in work the system will carry out. The other ends in an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assurance that someone now knows better. That is not a control; it leaves with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person.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02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Three concessions the word actually asks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 names in the cause field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name is not a mechanism. “Ran the wrong command” names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where the system allowed it. The field takes conditions: what was reachable, what was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open.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 owner and a date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person, not a team; a calendar date, not a quarter. When a team owns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it, nobody is late, because nobody was ever due. Without both, it is a wish, not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plan.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repeat is a new incident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If the same failure returns and nobody reopened the record, it is not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old one again. It is evidence the first fix never landed: new review, new owner, new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03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61639" y="406400"/>
            <a:ext cx="161742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makes people tell the truth in one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30673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ROOM IS DECIDING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30673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Every account is a bet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30673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who knows what happened is also the person with the most to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lose by saying it. They are estimating what the transcript gets used for later, and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estimate is usually right. Change the estimate, not the tone.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34688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13820" y="1978819"/>
            <a:ext cx="646020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CONDITIONS, NONE OF THEM TONE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5313820" y="2381250"/>
            <a:ext cx="633353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313820" y="2455267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is not evidence.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Nothing said here reaches a performance file or a promotion packet.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313820" y="3216672"/>
            <a:ext cx="633353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313820" y="3290689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knowing is sayable.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“I did not know that flag existed” has to cost nothing to say.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5313820" y="4052094"/>
            <a:ext cx="633353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313820" y="4126111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Timeline before conclusion.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Order the facts first, or the room reverse-engineers a culprit.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313820" y="4887516"/>
            <a:ext cx="633353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13820" y="4961533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closest person reads it.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Whoever was at the keyboard writes it, or signs it before filing.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9585309" y="6089253"/>
            <a:ext cx="210328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04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Keeping the word, dropping the bill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4862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 QUIETLY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48622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Saying it is free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48622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word survives because saying it costs nothing. The concessions are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free, so the concessions are what gets dropped — quietly, one meeting at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time. Nobody decides to drop them; they are simply never paid.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210658" y="1978819"/>
            <a:ext cx="8332" cy="3863181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89790" y="1978819"/>
            <a:ext cx="628071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YOUR LAST REVIEW FOR THESE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5489790" y="2381250"/>
            <a:ext cx="615756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9790" y="25908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cause field says “human error.”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The search stopped at the first person it found.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9790" y="3536950"/>
            <a:ext cx="615756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9790" y="37465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Action items are owned by a team.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Nobody is late, because nobody was ever due.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9790" y="4692650"/>
            <a:ext cx="6157563" cy="0"/>
          </a:xfrm>
          <a:prstGeom prst="line">
            <a:avLst/>
          </a:prstGeom>
          <a:noFill/>
          <a:ln w="12698">
            <a:solidFill>
              <a:srgbClr val="1C1B1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9790" y="49022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same failure is filed twice.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Two titles, one condition nobody fixed.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05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 need to decide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Who writes it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at the keyboard, the service owner, or an author who was not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 the incident? Name the default, and name who may override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deadline is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How many working days from resolution to a filed review? And who is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allowed to say it slips, to whom, and on what record?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items are not done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2693194"/>
            <a:ext cx="3402003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What happens on the date? “Nothing” is a permitted answer.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only has to be the answer we chose out loud, before the 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153223"/>
            <a:ext cx="11105754" cy="337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5356225"/>
            <a:ext cx="11327869" cy="4030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73"/>
              </a:lnSpc>
              <a:spcBef>
                <a:spcPts val="1333"/>
              </a:spcBef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Blameless costs three concessions. We pay them, or we stop using the word.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06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2026-08-27T18:53:13Z</dcterms:created>
  <dcterms:modified xsi:type="dcterms:W3CDTF">2026-08-27T18:53:13Z</dcterms:modified>
</cp:coreProperties>
</file>