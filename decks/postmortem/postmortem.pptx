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45321-ac3gd1rw2g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45595-kzt5ns2qcl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45875-17iskzyjsx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46167-041htw67e0i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46437-811jqo6z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46708-prlglsgh9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2026-08-27T14:22:26Z</dcterms:created>
  <dcterms:modified xsi:type="dcterms:W3CDTF">2026-08-27T14:22:26Z</dcterms:modified>
</cp:coreProperties>
</file>