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59577-q951wvar8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59851-ig0yzhjk8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60117-ui7xvjqyz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60381-zbmwig55bw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60643-bgipa4btb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60907-kqi1trqh9m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2026-08-27T14:46:00Z</dcterms:created>
  <dcterms:modified xsi:type="dcterms:W3CDTF">2026-08-27T14:46:00Z</dcterms:modified>
</cp:coreProperties>
</file>