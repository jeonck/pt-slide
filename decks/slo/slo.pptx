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30289-3irmulp4kb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30584-ktecd3ois8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30863-05mbbo280ul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31130-gg0zcy0x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31436-ee2vph67l0j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31708-j47p3jg1n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2026-08-27T14:22:11Z</dcterms:created>
  <dcterms:modified xsi:type="dcterms:W3CDTF">2026-08-27T14:22:11Z</dcterms:modified>
</cp:coreProperties>
</file>