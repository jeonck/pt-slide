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72008-rfj7safgb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72542-a72qrpmic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72999-h9sbve8z7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73444-q0gnk8sq8x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73939-8vrelnwt1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2026-08-27T14:22:53Z</dcterms:created>
  <dcterms:modified xsi:type="dcterms:W3CDTF">2026-08-27T14:22:53Z</dcterms:modified>
</cp:coreProperties>
</file>