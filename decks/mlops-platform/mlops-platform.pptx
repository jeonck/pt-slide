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65355-26v05j2rw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65638-tby30v33s6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65912-5xpc62e91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66167-v4ctacazxw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66458-r93t5i9p9j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66744-wjqeybjpow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67022-lj0ptgmc5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2026-08-27T14:22:47Z</dcterms:created>
  <dcterms:modified xsi:type="dcterms:W3CDTF">2026-08-27T14:22:47Z</dcterms:modified>
</cp:coreProperties>
</file>