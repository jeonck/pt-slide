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34893-8dtg639tv6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35234-rcpqqvbb9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35517-xuxlr9ifdq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35846-be1vnu2io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36119-w9gilaj48m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2026-08-27T14:22:16Z</dcterms:created>
  <dcterms:modified xsi:type="dcterms:W3CDTF">2026-08-27T14:22:16Z</dcterms:modified>
</cp:coreProperties>
</file>