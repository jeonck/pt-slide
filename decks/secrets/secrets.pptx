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6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SECRETS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1073547"/>
            <a:ext cx="11189458" cy="335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Revocability</a:t>
            </a:r>
            <a:endParaRPr lang="en-US" sz="8799" dirty="0"/>
          </a:p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is the standard</a:t>
            </a:r>
            <a:endParaRPr lang="en-US" sz="8799" dirty="0"/>
          </a:p>
        </p:txBody>
      </p:sp>
      <p:sp>
        <p:nvSpPr>
          <p:cNvPr id="4" name="Text 2"/>
          <p:cNvSpPr/>
          <p:nvPr/>
        </p:nvSpPr>
        <p:spPr>
          <a:xfrm>
            <a:off x="609448" y="4663281"/>
            <a:ext cx="10970057" cy="222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448" y="4990306"/>
            <a:ext cx="11189458" cy="806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is not “don’t commit secrets.” It is: how long does it take to revoke one — and that answer decides where a secret lives and how long it lasts.</a:t>
            </a:r>
            <a:endParaRPr lang="en-US" sz="2266" dirty="0"/>
          </a:p>
        </p:txBody>
      </p:sp>
      <p:sp>
        <p:nvSpPr>
          <p:cNvPr id="6" name="Text 4"/>
          <p:cNvSpPr/>
          <p:nvPr/>
        </p:nvSpPr>
        <p:spPr>
          <a:xfrm>
            <a:off x="609448" y="6101159"/>
            <a:ext cx="1398682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Presenter ·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WE ACTUALLY TEACH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Why the usual rule fails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LEAK PATH OF MANY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commit is one exit. Build logs, an error report, a screenshot in a ticket, a cached image and a laptop that has left the company are the others.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SILENT ON THE ONES ALREADY OUT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is an instruction about tomorrow. Every credential already sitting in a repository, an image or a partner’s config is untouched by adopting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FAILURE STATE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Nobody can observe a secret not being committed. There is nothing to check. A revocation either happened or it did not.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PROPERTY WORTH DESIGNING FOR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makes rotation cheap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2590152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ISSUER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3749730" y="2605683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authority mints it and can end it. If two systems can both issue it, neither of them can retire it alone.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5641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PATH TO THE HOLDER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749730" y="3773686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workload reads it at run time from one place. Baked into an image or a config file, there is no single path to cut.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05641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HUMAN IN THE LOOP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3749730" y="4941689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Rotation runs as a job on a schedule it owns. A rotation that needs a ticket happens after the incident, not before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THE POLICY CANNOT FIX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Unrotatable means permanent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OUTLIVES ITS POLICY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policy sets a lifetime, the plumbing sets the real one. Where the two disagree the plumbing wins, and the document is what is wrong.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COPY IS LOAD-BEARING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Embedded in a partner integration, a device image or a signed artifact, revoking it breaks something. So nobody does.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EXIT IS AN OUTAGE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will be revoked eventually — during an incident, by someone who did not choose the moment and cannot see who still depends on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DECISIONS, NOT THREE OPINIONS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we need to decide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1989037" y="2605683"/>
            <a:ext cx="2590152" cy="307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KEEP RULE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833126" y="2605683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 we keep any secret we cannot rotate automatically, and if so under what named, dated and owned exception?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5641" y="3773686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3733" dirty="0"/>
          </a:p>
        </p:txBody>
      </p:sp>
      <p:sp>
        <p:nvSpPr>
          <p:cNvPr id="10" name="Text 8"/>
          <p:cNvSpPr/>
          <p:nvPr/>
        </p:nvSpPr>
        <p:spPr>
          <a:xfrm>
            <a:off x="1989037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REVOKE BUTTON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4833126" y="3773686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Who can revoke, alone, at any hour, without asking permission — and when did they last do it?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5641" y="4941689"/>
            <a:ext cx="794246" cy="71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3733" dirty="0"/>
          </a:p>
        </p:txBody>
      </p:sp>
      <p:sp>
        <p:nvSpPr>
          <p:cNvPr id="14" name="Text 12"/>
          <p:cNvSpPr/>
          <p:nvPr/>
        </p:nvSpPr>
        <p:spPr>
          <a:xfrm>
            <a:off x="1989037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ONES ALREADY OUT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33126" y="4941689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happens to the secrets already in circulation: rotate them now, or record that we treat them as permanent?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2026-08-27T14:52:10Z</dcterms:created>
  <dcterms:modified xsi:type="dcterms:W3CDTF">2026-08-27T14:52:10Z</dcterms:modified>
</cp:coreProperties>
</file>