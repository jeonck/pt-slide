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0576-qjep6meoc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0838-jqge6nt49y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1094-dh2wjjunq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1335-6a3upfir2k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51606-t9kxs0207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2026-08-27T14:22:31Z</dcterms:created>
  <dcterms:modified xsi:type="dcterms:W3CDTF">2026-08-27T14:22:31Z</dcterms:modified>
</cp:coreProperties>
</file>