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40324-x7djpqlu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40601-nkc1fqfev6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40890-iwonjcabj7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41167-36ue442s4y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41436-adb11ivxd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41729-123kyklbw6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2026-08-27T14:22:21Z</dcterms:created>
  <dcterms:modified xsi:type="dcterms:W3CDTF">2026-08-27T14:22:21Z</dcterms:modified>
</cp:coreProperties>
</file>