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5-2.svg" ContentType="image/svg+xml"/>
  <Override PartName="/ppt/media/image-5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853530" y="541734"/>
            <a:ext cx="16914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 ·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11051451" cy="1051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79"/>
              </a:lnSpc>
              <a:buNone/>
            </a:pPr>
            <a:r>
              <a:rPr lang="en-US" sz="6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Who gets into production</a:t>
            </a:r>
            <a:endParaRPr lang="en-US" sz="6133" dirty="0"/>
          </a:p>
        </p:txBody>
      </p:sp>
      <p:sp>
        <p:nvSpPr>
          <p:cNvPr id="5" name="Text 3"/>
          <p:cNvSpPr/>
          <p:nvPr/>
        </p:nvSpPr>
        <p:spPr>
          <a:xfrm>
            <a:off x="677098" y="2124472"/>
            <a:ext cx="11051451" cy="1051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79"/>
              </a:lnSpc>
              <a:spcBef>
                <a:spcPts val="267"/>
              </a:spcBef>
              <a:buNone/>
            </a:pPr>
            <a:r>
              <a:rPr lang="en-US" sz="61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Standing access is the risk</a:t>
            </a:r>
            <a:endParaRPr lang="en-US" sz="6133" dirty="0"/>
          </a:p>
        </p:txBody>
      </p:sp>
      <p:sp>
        <p:nvSpPr>
          <p:cNvPr id="6" name="Text 4"/>
          <p:cNvSpPr/>
          <p:nvPr/>
        </p:nvSpPr>
        <p:spPr>
          <a:xfrm>
            <a:off x="677098" y="3582194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3962995"/>
            <a:ext cx="6354372" cy="1421805"/>
          </a:xfrm>
          <a:prstGeom prst="rect">
            <a:avLst/>
          </a:prstGeom>
          <a:noFill/>
          <a:ln/>
        </p:spPr>
        <p:txBody>
          <a:bodyPr wrap="square" lIns="0" tIns="203175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decides to hold production credentials forever. They are granted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once, for a reason that ends — and the grant does not.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313173" y="3962995"/>
            <a:ext cx="4198285" cy="155257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29019" y="4178895"/>
            <a:ext cx="384192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REPLACES IT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529019" y="4541242"/>
            <a:ext cx="3841924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Break-glass, with an expiry and a written record.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7098" y="561538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786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7829775" y="6079331"/>
            <a:ext cx="375572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01 / 06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042718" y="541734"/>
            <a:ext cx="251851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 · ACCRUAL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Why permanent access accumulates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77098" y="2232422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7098" y="1846858"/>
            <a:ext cx="4834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354196" y="1846858"/>
            <a:ext cx="24173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GRANT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927287" y="1846858"/>
            <a:ext cx="773625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IT PERMANENT</a:t>
            </a:r>
            <a:endParaRPr lang="en-US" sz="1466" dirty="0"/>
          </a:p>
        </p:txBody>
      </p:sp>
      <p:sp>
        <p:nvSpPr>
          <p:cNvPr id="10" name="Shape 8"/>
          <p:cNvSpPr/>
          <p:nvPr/>
        </p:nvSpPr>
        <p:spPr>
          <a:xfrm>
            <a:off x="677098" y="3215283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77098" y="2340372"/>
            <a:ext cx="48342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4196" y="2340372"/>
            <a:ext cx="241734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REVOKED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27287" y="2340372"/>
            <a:ext cx="7736259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for an incident, and the incident ended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927287" y="2763639"/>
            <a:ext cx="773625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role outlives the reason. Nothing knows the reason ended.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4198144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7098" y="3323233"/>
            <a:ext cx="48342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4196" y="3323233"/>
            <a:ext cx="241734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INHERITED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27287" y="3323233"/>
            <a:ext cx="7736259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a group, and the group kept growing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927287" y="3746500"/>
            <a:ext cx="773625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follows the team, not the task. Joining inherits all of it.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677098" y="5181005"/>
            <a:ext cx="10834756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77098" y="4306094"/>
            <a:ext cx="48342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4196" y="4306094"/>
            <a:ext cx="241734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EXCEPTION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27287" y="4306094"/>
            <a:ext cx="7736259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unblock a launch, and the launch shipped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927287" y="4729361"/>
            <a:ext cx="773625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Removing it costs a conversation. Keeping it costs nothing.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is the only thing we add without a review date.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8" name="Text 26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02 / 06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11187" y="541734"/>
            <a:ext cx="265268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 · THE PRICE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least privilege actually costs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fix waits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question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who can repair it must ask first, and asking costs most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03:00.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401235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ATTENTION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Someone has to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be awake to say yes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7081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permission that expires is requested again, and every request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someone awake.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125373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MISSING MAP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You have to know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is needed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341219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is needed means knowing it per service and per role, and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goes stale.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Least privilege priced honestly is not free — which is why standing access wins.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03 / 06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655069" y="541734"/>
            <a:ext cx="291392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 · THE RECORD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the elevation record has to capture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020" y="1994892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020" y="2380853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named human, not a role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59020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that names a role names nobody. There is no one left to ask.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229777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11698" y="1994892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11698" y="2380853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account, role and resource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11698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“Production” is a place, not a scope, and proves only that something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happened.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77098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9020" y="4111030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9020" y="4496991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ticket, written first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59020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 given afterwards is a reason invented afterwards.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229777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11698" y="4111030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LAPSED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11698" y="4496991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expiry, and who ended it</a:t>
            </a:r>
            <a:endParaRPr lang="en-US" sz="2133" dirty="0"/>
          </a:p>
        </p:txBody>
      </p:sp>
      <p:sp>
        <p:nvSpPr>
          <p:cNvPr id="21" name="Text 19"/>
          <p:cNvSpPr/>
          <p:nvPr/>
        </p:nvSpPr>
        <p:spPr>
          <a:xfrm>
            <a:off x="6411698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grant with no observed end is standing access with a form attached.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7791684" y="6079331"/>
            <a:ext cx="379457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04 / 06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38962" y="541734"/>
            <a:ext cx="262435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 · THE READ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record nobody reads is not a record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READER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“Someone reviews it”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means no one does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 that belongs to everyone is always about to happen.</a:t>
            </a:r>
            <a:endParaRPr lang="en-US" sz="186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4875" y="3223220"/>
            <a:ext cx="114271" cy="177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401235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FIXED CADENCE</a:t>
            </a:r>
            <a:endParaRPr lang="en-US" sz="1466" dirty="0"/>
          </a:p>
        </p:txBody>
      </p:sp>
      <p:sp>
        <p:nvSpPr>
          <p:cNvPr id="14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schedule,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or never at all</a:t>
            </a:r>
            <a:endParaRPr lang="en-US" sz="2133" dirty="0"/>
          </a:p>
        </p:txBody>
      </p:sp>
      <p:sp>
        <p:nvSpPr>
          <p:cNvPr id="15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617081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weekly, the record is a control. Read after the fact, it is only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evidence.</a:t>
            </a:r>
            <a:endParaRPr lang="en-US" sz="1866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99012" y="3223220"/>
            <a:ext cx="114271" cy="177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125373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CONSEQUENCE</a:t>
            </a:r>
            <a:endParaRPr lang="en-US" sz="1466" dirty="0"/>
          </a:p>
        </p:txBody>
      </p:sp>
      <p:sp>
        <p:nvSpPr>
          <p:cNvPr id="20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read must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change something</a:t>
            </a:r>
            <a:endParaRPr lang="en-US" sz="2133" dirty="0"/>
          </a:p>
        </p:txBody>
      </p:sp>
      <p:sp>
        <p:nvSpPr>
          <p:cNvPr id="21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8341219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it cannot revoke a role, narrow a scope or close a gap, it is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theatre.</a:t>
            </a:r>
            <a:endParaRPr lang="en-US" sz="1866" dirty="0"/>
          </a:p>
        </p:txBody>
      </p:sp>
      <p:sp>
        <p:nvSpPr>
          <p:cNvPr id="23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log with no reader or consequence audits as compliant and controls nothing.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05 / 06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595229" y="541734"/>
            <a:ext cx="19549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·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48348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5" name="Text 3"/>
          <p:cNvSpPr/>
          <p:nvPr/>
        </p:nvSpPr>
        <p:spPr>
          <a:xfrm>
            <a:off x="677098" y="1503363"/>
            <a:ext cx="4834884" cy="2331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we need to </a:t>
            </a:r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decide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4105473"/>
            <a:ext cx="4740082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4350742"/>
            <a:ext cx="483488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access is the risk. Break-glass with an expiry, and a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someone actually reads, is what replaces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5615384"/>
            <a:ext cx="48348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1839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9" name="Shape 7"/>
          <p:cNvSpPr/>
          <p:nvPr/>
        </p:nvSpPr>
        <p:spPr>
          <a:xfrm>
            <a:off x="5823478" y="1045766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823478" y="1221383"/>
            <a:ext cx="58019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STANDING ACCESS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823478" y="1566664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standing access go to zero, or is there a floor — and who owns what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left?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3478" y="2538214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23478" y="2713831"/>
            <a:ext cx="58019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WINDOW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5823478" y="3059113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does the glass stay broken: a fixed window, or the length of the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823478" y="4030662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23478" y="4206280"/>
            <a:ext cx="58019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READER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5823478" y="4551561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reads the record, how often, and what are they allowed to change?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06 / 06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2026-08-27T16:57:20Z</dcterms:created>
  <dcterms:modified xsi:type="dcterms:W3CDTF">2026-08-27T16:57:20Z</dcterms:modified>
</cp:coreProperties>
</file>