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PLATFORM / DECISION REVIEW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2805112"/>
            <a:ext cx="8288487" cy="883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feature store is a decision about ownership,</a:t>
            </a:r>
            <a:endParaRPr lang="en-US" sz="2400" dirty="0"/>
          </a:p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about tooling.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1599" y="4959945"/>
            <a:ext cx="11105754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1599" y="5203230"/>
            <a:ext cx="2279334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PREPARED BY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541599" y="5557838"/>
            <a:ext cx="2279334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3690412" y="5203230"/>
            <a:ext cx="984258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DATE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3690412" y="5557838"/>
            <a:ext cx="984258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2026.08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5569542" y="5203230"/>
            <a:ext cx="3172937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AUDIENCE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5569542" y="5557838"/>
            <a:ext cx="3172937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PLATFORM &amp; DATA ENG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01/06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 a feature store solves is duplication, not storage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SOLVES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540669"/>
            <a:ext cx="3851435" cy="70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1333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feature, written twice</a:t>
            </a:r>
            <a:endParaRPr lang="en-US" sz="2133" dirty="0"/>
          </a:p>
        </p:txBody>
      </p:sp>
      <p:sp>
        <p:nvSpPr>
          <p:cNvPr id="5" name="Text 3"/>
          <p:cNvSpPr/>
          <p:nvPr/>
        </p:nvSpPr>
        <p:spPr>
          <a:xfrm>
            <a:off x="541599" y="2413992"/>
            <a:ext cx="385143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feature computed one way for training and another way for serving will drift apart.</a:t>
            </a:r>
            <a:endParaRPr lang="en-US" sz="1866" dirty="0"/>
          </a:p>
        </p:txBody>
      </p:sp>
      <p:sp>
        <p:nvSpPr>
          <p:cNvPr id="6" name="Text 4"/>
          <p:cNvSpPr/>
          <p:nvPr/>
        </p:nvSpPr>
        <p:spPr>
          <a:xfrm>
            <a:off x="541599" y="3648273"/>
            <a:ext cx="385143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failure is silent: the model does not error, it just gets quietly worse.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4689890" y="1851422"/>
            <a:ext cx="7096613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800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 PATH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4689890" y="2223095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19687" y="2405062"/>
            <a:ext cx="185641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 job</a:t>
            </a:r>
            <a:endParaRPr lang="en-US" sz="1866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05895" y="2492177"/>
            <a:ext cx="304724" cy="16926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110619" y="2223095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240416" y="2405062"/>
            <a:ext cx="185641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table</a:t>
            </a:r>
            <a:endParaRPr lang="en-US" sz="1866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26624" y="2492177"/>
            <a:ext cx="304724" cy="16926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531348" y="2223095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9661145" y="2405062"/>
            <a:ext cx="185641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</a:t>
            </a:r>
            <a:endParaRPr lang="en-US" sz="1866" dirty="0"/>
          </a:p>
        </p:txBody>
      </p:sp>
      <p:sp>
        <p:nvSpPr>
          <p:cNvPr id="16" name="Text 12"/>
          <p:cNvSpPr/>
          <p:nvPr/>
        </p:nvSpPr>
        <p:spPr>
          <a:xfrm>
            <a:off x="4689890" y="3303191"/>
            <a:ext cx="7096613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800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SERVING PATH</a:t>
            </a:r>
            <a:endParaRPr lang="en-US" sz="1466" dirty="0"/>
          </a:p>
        </p:txBody>
      </p:sp>
      <p:sp>
        <p:nvSpPr>
          <p:cNvPr id="17" name="Text 13"/>
          <p:cNvSpPr/>
          <p:nvPr/>
        </p:nvSpPr>
        <p:spPr>
          <a:xfrm>
            <a:off x="4689890" y="3674864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4819687" y="3856831"/>
            <a:ext cx="185641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code</a:t>
            </a:r>
            <a:endParaRPr lang="en-US" sz="1866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05895" y="3943945"/>
            <a:ext cx="304724" cy="16926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110619" y="3674864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6"/>
          <p:cNvSpPr/>
          <p:nvPr/>
        </p:nvSpPr>
        <p:spPr>
          <a:xfrm>
            <a:off x="7240416" y="3856831"/>
            <a:ext cx="185641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</a:t>
            </a:r>
            <a:endParaRPr lang="en-US" sz="1866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26624" y="3943945"/>
            <a:ext cx="304724" cy="16926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531348" y="3674864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8"/>
          <p:cNvSpPr/>
          <p:nvPr/>
        </p:nvSpPr>
        <p:spPr>
          <a:xfrm>
            <a:off x="9661145" y="3856831"/>
            <a:ext cx="185641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</a:t>
            </a:r>
            <a:endParaRPr lang="en-US" sz="1866" dirty="0"/>
          </a:p>
        </p:txBody>
      </p:sp>
      <p:sp>
        <p:nvSpPr>
          <p:cNvPr id="25" name="Shape 19"/>
          <p:cNvSpPr/>
          <p:nvPr/>
        </p:nvSpPr>
        <p:spPr>
          <a:xfrm>
            <a:off x="4689890" y="4693642"/>
            <a:ext cx="6957463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689890" y="4903192"/>
            <a:ext cx="7096613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definition, two implementations — and nothing compares them.</a:t>
            </a:r>
            <a:endParaRPr lang="en-US" sz="1866" dirty="0"/>
          </a:p>
        </p:txBody>
      </p:sp>
      <p:sp>
        <p:nvSpPr>
          <p:cNvPr id="27" name="Text 21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02/06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feature store is three services, and you may only need one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IS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540669"/>
            <a:ext cx="3544001" cy="4360862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91171" y="1773436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62987" y="1817489"/>
            <a:ext cx="233114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1171" y="2332038"/>
            <a:ext cx="3105754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1067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Registry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791171" y="2819400"/>
            <a:ext cx="3105754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place where a feature is defined, owned and discoverable.</a:t>
            </a:r>
            <a:endParaRPr lang="en-US" sz="1866" dirty="0"/>
          </a:p>
        </p:txBody>
      </p:sp>
      <p:sp>
        <p:nvSpPr>
          <p:cNvPr id="9" name="Shape 7"/>
          <p:cNvSpPr/>
          <p:nvPr/>
        </p:nvSpPr>
        <p:spPr>
          <a:xfrm>
            <a:off x="791171" y="4090591"/>
            <a:ext cx="3044857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1171" y="4283075"/>
            <a:ext cx="3105754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WHEN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791171" y="4637683"/>
            <a:ext cx="3105754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as soon as two teams use the same feature.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4322475" y="1540669"/>
            <a:ext cx="3544001" cy="4360862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572047" y="1773436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624819" y="1817489"/>
            <a:ext cx="271966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47" y="2332038"/>
            <a:ext cx="3105754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1067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store</a:t>
            </a:r>
            <a:endParaRPr lang="en-US" sz="2133" dirty="0"/>
          </a:p>
        </p:txBody>
      </p:sp>
      <p:sp>
        <p:nvSpPr>
          <p:cNvPr id="16" name="Text 14"/>
          <p:cNvSpPr/>
          <p:nvPr/>
        </p:nvSpPr>
        <p:spPr>
          <a:xfrm>
            <a:off x="4572047" y="2819400"/>
            <a:ext cx="3105754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Point-in-time correct history, used to build training sets.</a:t>
            </a:r>
            <a:endParaRPr lang="en-US" sz="1866" dirty="0"/>
          </a:p>
        </p:txBody>
      </p:sp>
      <p:sp>
        <p:nvSpPr>
          <p:cNvPr id="17" name="Shape 15"/>
          <p:cNvSpPr/>
          <p:nvPr/>
        </p:nvSpPr>
        <p:spPr>
          <a:xfrm>
            <a:off x="4572047" y="4434284"/>
            <a:ext cx="3044857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47" y="4626769"/>
            <a:ext cx="3105754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WHEN</a:t>
            </a:r>
            <a:endParaRPr lang="en-US" sz="1466" dirty="0"/>
          </a:p>
        </p:txBody>
      </p:sp>
      <p:sp>
        <p:nvSpPr>
          <p:cNvPr id="19" name="Text 17"/>
          <p:cNvSpPr/>
          <p:nvPr/>
        </p:nvSpPr>
        <p:spPr>
          <a:xfrm>
            <a:off x="4572047" y="4981377"/>
            <a:ext cx="310575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if backfills keep leaking future data.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8103352" y="1540669"/>
            <a:ext cx="3544001" cy="4360862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352924" y="1773436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405695" y="1817489"/>
            <a:ext cx="271966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52924" y="2332038"/>
            <a:ext cx="3105754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1067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Online store</a:t>
            </a:r>
            <a:endParaRPr lang="en-US" sz="2133" dirty="0"/>
          </a:p>
        </p:txBody>
      </p:sp>
      <p:sp>
        <p:nvSpPr>
          <p:cNvPr id="24" name="Text 22"/>
          <p:cNvSpPr/>
          <p:nvPr/>
        </p:nvSpPr>
        <p:spPr>
          <a:xfrm>
            <a:off x="8352924" y="2819400"/>
            <a:ext cx="3105754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Low-latency reads of the same values at serving time.</a:t>
            </a:r>
            <a:endParaRPr lang="en-US" sz="1866" dirty="0"/>
          </a:p>
        </p:txBody>
      </p:sp>
      <p:sp>
        <p:nvSpPr>
          <p:cNvPr id="25" name="Shape 23"/>
          <p:cNvSpPr/>
          <p:nvPr/>
        </p:nvSpPr>
        <p:spPr>
          <a:xfrm>
            <a:off x="8352924" y="4434284"/>
            <a:ext cx="3044857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52924" y="4626769"/>
            <a:ext cx="3105754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WHEN</a:t>
            </a:r>
            <a:endParaRPr lang="en-US" sz="1466" dirty="0"/>
          </a:p>
        </p:txBody>
      </p:sp>
      <p:sp>
        <p:nvSpPr>
          <p:cNvPr id="27" name="Text 25"/>
          <p:cNvSpPr/>
          <p:nvPr/>
        </p:nvSpPr>
        <p:spPr>
          <a:xfrm>
            <a:off x="8352924" y="4981377"/>
            <a:ext cx="310575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only if models serve online requests.</a:t>
            </a:r>
            <a:endParaRPr lang="en-US" sz="1866" dirty="0"/>
          </a:p>
        </p:txBody>
      </p:sp>
      <p:sp>
        <p:nvSpPr>
          <p:cNvPr id="28" name="Text 26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03/06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Adoption depends on reuse and on whether serving is online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IS WORTH IT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540669"/>
            <a:ext cx="3624797" cy="70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1333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conditions, and both must hold</a:t>
            </a:r>
            <a:endParaRPr lang="en-US" sz="2133" dirty="0"/>
          </a:p>
        </p:txBody>
      </p:sp>
      <p:sp>
        <p:nvSpPr>
          <p:cNvPr id="5" name="Text 3"/>
          <p:cNvSpPr/>
          <p:nvPr/>
        </p:nvSpPr>
        <p:spPr>
          <a:xfrm>
            <a:off x="541599" y="2413992"/>
            <a:ext cx="362479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Reuse alone is a registry problem. Online serving alone is a caching problem.</a:t>
            </a:r>
            <a:endParaRPr lang="en-US" sz="1866" dirty="0"/>
          </a:p>
        </p:txBody>
      </p:sp>
      <p:sp>
        <p:nvSpPr>
          <p:cNvPr id="6" name="Text 4"/>
          <p:cNvSpPr/>
          <p:nvPr/>
        </p:nvSpPr>
        <p:spPr>
          <a:xfrm>
            <a:off x="541599" y="3648273"/>
            <a:ext cx="362479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together do they justify running all three services.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4467695" y="1540669"/>
            <a:ext cx="7323251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800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↑ ONLINE SERVING NEED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4467695" y="1912342"/>
            <a:ext cx="3505117" cy="1724025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17267" y="2195314"/>
            <a:ext cx="3066093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933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Cache, not a platform</a:t>
            </a:r>
            <a:endParaRPr lang="en-US" sz="2133" dirty="0"/>
          </a:p>
        </p:txBody>
      </p:sp>
      <p:sp>
        <p:nvSpPr>
          <p:cNvPr id="10" name="Text 8"/>
          <p:cNvSpPr/>
          <p:nvPr/>
        </p:nvSpPr>
        <p:spPr>
          <a:xfrm>
            <a:off x="4717267" y="2665809"/>
            <a:ext cx="3066093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model serving online does not need a store.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8142037" y="1912342"/>
            <a:ext cx="3505316" cy="1724025"/>
          </a:xfrm>
          <a:prstGeom prst="rect">
            <a:avLst/>
          </a:prstGeom>
          <a:solidFill>
            <a:srgbClr val="1F3A5F"/>
          </a:solidFill>
          <a:ln w="12698">
            <a:solidFill>
              <a:srgbClr val="1F3A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391609" y="2195314"/>
            <a:ext cx="3066295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933"/>
              </a:spcAft>
              <a:buNone/>
            </a:pPr>
            <a:r>
              <a:rPr lang="en-US" sz="21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 all three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8391609" y="2665809"/>
            <a:ext cx="3066295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the case the thing was built for.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4467695" y="3805634"/>
            <a:ext cx="3505117" cy="1724223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17267" y="4088805"/>
            <a:ext cx="3066093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933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not adopt</a:t>
            </a:r>
            <a:endParaRPr lang="en-US" sz="2133" dirty="0"/>
          </a:p>
        </p:txBody>
      </p:sp>
      <p:sp>
        <p:nvSpPr>
          <p:cNvPr id="16" name="Text 14"/>
          <p:cNvSpPr/>
          <p:nvPr/>
        </p:nvSpPr>
        <p:spPr>
          <a:xfrm>
            <a:off x="4717267" y="4559300"/>
            <a:ext cx="3066093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table and a scheduled job are enough.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8142037" y="3805634"/>
            <a:ext cx="3505316" cy="1724223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391609" y="3912791"/>
            <a:ext cx="3066295" cy="70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933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 the registry only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8391609" y="4735314"/>
            <a:ext cx="3066295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definitions, without an online store.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4324102" y="5631458"/>
            <a:ext cx="7323251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REUSE ACROSS TEAMS →</a:t>
            </a:r>
            <a:endParaRPr lang="en-US" sz="1466" dirty="0"/>
          </a:p>
        </p:txBody>
      </p:sp>
      <p:sp>
        <p:nvSpPr>
          <p:cNvPr id="21" name="Text 19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04/06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cost is a new critical dependency in the serving path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COSTS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540669"/>
            <a:ext cx="5434439" cy="2061964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91171" y="1773436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62987" y="1817489"/>
            <a:ext cx="233114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49633" y="1783556"/>
            <a:ext cx="4118342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latency budget you now own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791171" y="2298303"/>
            <a:ext cx="503400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online read sits inside the request path.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6212914" y="1540669"/>
            <a:ext cx="5434439" cy="2061964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62486" y="1939131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515257" y="1983184"/>
            <a:ext cx="271966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20947" y="1773436"/>
            <a:ext cx="4464370" cy="70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new page in the on-call rotation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6462486" y="2629892"/>
            <a:ext cx="503400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store failing means every model failing.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541599" y="3839567"/>
            <a:ext cx="5434439" cy="2061964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91171" y="4072334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43942" y="4116387"/>
            <a:ext cx="271966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49633" y="4082455"/>
            <a:ext cx="2654906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Backfill correctness</a:t>
            </a:r>
            <a:endParaRPr lang="en-US" sz="2133" dirty="0"/>
          </a:p>
        </p:txBody>
      </p:sp>
      <p:sp>
        <p:nvSpPr>
          <p:cNvPr id="18" name="Text 16"/>
          <p:cNvSpPr/>
          <p:nvPr/>
        </p:nvSpPr>
        <p:spPr>
          <a:xfrm>
            <a:off x="791171" y="4597202"/>
            <a:ext cx="503400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Point-in-time joins are easy to get subtly wrong.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6212914" y="3839567"/>
            <a:ext cx="5434439" cy="2061964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62486" y="4072334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508908" y="4116387"/>
            <a:ext cx="28491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20947" y="4082455"/>
            <a:ext cx="4286702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 of what already exists</a:t>
            </a:r>
            <a:endParaRPr lang="en-US" sz="2133" dirty="0"/>
          </a:p>
        </p:txBody>
      </p:sp>
      <p:sp>
        <p:nvSpPr>
          <p:cNvPr id="23" name="Text 21"/>
          <p:cNvSpPr/>
          <p:nvPr/>
        </p:nvSpPr>
        <p:spPr>
          <a:xfrm>
            <a:off x="6462486" y="4597202"/>
            <a:ext cx="503400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Existing features must move, or you run both.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05/06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need to decide before building or buying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540669"/>
            <a:ext cx="11105754" cy="3801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many teams share a feature definition today?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any of our models serve online requests?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would carry the page when the store is down?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1599" y="2316956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13415" y="2361009"/>
            <a:ext cx="233114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4772" y="2294533"/>
            <a:ext cx="7097017" cy="417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many teams share a feature definition today?</a:t>
            </a:r>
            <a:endParaRPr lang="en-US" sz="2266" dirty="0"/>
          </a:p>
        </p:txBody>
      </p:sp>
      <p:sp>
        <p:nvSpPr>
          <p:cNvPr id="8" name="Text 6"/>
          <p:cNvSpPr/>
          <p:nvPr/>
        </p:nvSpPr>
        <p:spPr>
          <a:xfrm>
            <a:off x="541599" y="3254970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4370" y="3299023"/>
            <a:ext cx="271966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4772" y="3232547"/>
            <a:ext cx="6281119" cy="417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any of our models serve online requests?</a:t>
            </a:r>
            <a:endParaRPr lang="en-US" sz="2266" dirty="0"/>
          </a:p>
        </p:txBody>
      </p:sp>
      <p:sp>
        <p:nvSpPr>
          <p:cNvPr id="11" name="Text 9"/>
          <p:cNvSpPr/>
          <p:nvPr/>
        </p:nvSpPr>
        <p:spPr>
          <a:xfrm>
            <a:off x="541599" y="4192984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94370" y="4237038"/>
            <a:ext cx="271966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4772" y="4170561"/>
            <a:ext cx="7252426" cy="417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would carry the page when the store is down?</a:t>
            </a:r>
            <a:endParaRPr lang="en-US" sz="2266" dirty="0"/>
          </a:p>
        </p:txBody>
      </p:sp>
      <p:sp>
        <p:nvSpPr>
          <p:cNvPr id="14" name="Shape 12"/>
          <p:cNvSpPr/>
          <p:nvPr/>
        </p:nvSpPr>
        <p:spPr>
          <a:xfrm>
            <a:off x="541599" y="5348288"/>
            <a:ext cx="11105754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1599" y="5557838"/>
            <a:ext cx="1217372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9690852" y="5621337"/>
            <a:ext cx="1995631" cy="270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7" name="Text 15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06/06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2026-08-27T15:09:30Z</dcterms:created>
  <dcterms:modified xsi:type="dcterms:W3CDTF">2026-08-27T15:09:30Z</dcterms:modified>
</cp:coreProperties>
</file>