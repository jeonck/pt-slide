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88684-6vbsss7nv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89028-q41krhm2d9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89327-3boya6mwj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89621-y7rhz6eg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89927-emim4v1c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90226-x5beskga0j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2026-08-27T14:23:10Z</dcterms:created>
  <dcterms:modified xsi:type="dcterms:W3CDTF">2026-08-27T14:23:10Z</dcterms:modified>
</cp:coreProperties>
</file>