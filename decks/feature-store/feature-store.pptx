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/ DECISION REVIEW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805112"/>
            <a:ext cx="8288487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a decision about ownership,</a:t>
            </a:r>
            <a:endParaRPr lang="en-US" sz="240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about tooling.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1599" y="4959945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1599" y="5203230"/>
            <a:ext cx="227933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541599" y="5557838"/>
            <a:ext cx="227933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3690412" y="5203230"/>
            <a:ext cx="98425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690412" y="5557838"/>
            <a:ext cx="98425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2026.08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569542" y="5203230"/>
            <a:ext cx="317293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569542" y="5557838"/>
            <a:ext cx="317293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&amp; DATA ENG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01/06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 feature store solves is duplication, not storage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SOLVES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85143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feature, written twice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computed one way for training and another way for serving will drift apart.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failure is silent: the model does not error, it just gets quietly worse.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689890" y="1851422"/>
            <a:ext cx="709661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PATH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89890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19687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job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05895" y="2492177"/>
            <a:ext cx="304724" cy="1692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10619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240416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table</a:t>
            </a:r>
            <a:endParaRPr lang="en-US" sz="1866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6624" y="2492177"/>
            <a:ext cx="304724" cy="1692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531348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661145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4689890" y="3303191"/>
            <a:ext cx="709661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SERVING PATH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4689890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19687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code</a:t>
            </a:r>
            <a:endParaRPr lang="en-US" sz="1866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5895" y="3943945"/>
            <a:ext cx="304724" cy="1692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0619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7240416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624" y="3943945"/>
            <a:ext cx="304724" cy="1692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31348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9661145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4689890" y="4693642"/>
            <a:ext cx="6957463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689890" y="4903192"/>
            <a:ext cx="709661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definition, two implementations — and nothing compares them.</a:t>
            </a:r>
            <a:endParaRPr lang="en-US" sz="1866" dirty="0"/>
          </a:p>
        </p:txBody>
      </p:sp>
      <p:sp>
        <p:nvSpPr>
          <p:cNvPr id="27" name="Text 21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02/06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three services, and you may only need one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1171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Registry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place where a feature is defined, owned and discoverable.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791171" y="4090591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1171" y="4283075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4637683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as soon as two teams use the same feature.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322475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47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24819" y="1817489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47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store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572047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correct history, used to build training sets.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4572047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47" y="4626769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4572047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if backfills keep leaking future data.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03352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52924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05695" y="1817489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2924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store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8352924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Low-latency reads of the same values at serving time.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8352924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2924" y="4626769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27" name="Text 25"/>
          <p:cNvSpPr/>
          <p:nvPr/>
        </p:nvSpPr>
        <p:spPr>
          <a:xfrm>
            <a:off x="8352924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only if models serve online requests.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03/06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depends on reuse and on whether serving is online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WORTH IT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624797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conditions, and both must hold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62479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alone is a registry problem. Online serving alone is a caching problem.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6247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together do they justify running all three services.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467695" y="1540669"/>
            <a:ext cx="732325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ONLINE SERVING NEED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467695" y="1912342"/>
            <a:ext cx="3505117" cy="1724025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17267" y="2195314"/>
            <a:ext cx="306609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Cache, not a platform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4717267" y="2665809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model serving online does not need a store.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8142037" y="1912342"/>
            <a:ext cx="3505316" cy="1724025"/>
          </a:xfrm>
          <a:prstGeom prst="rect">
            <a:avLst/>
          </a:prstGeom>
          <a:solidFill>
            <a:srgbClr val="1F3A5F"/>
          </a:solidFill>
          <a:ln w="12698">
            <a:solidFill>
              <a:srgbClr val="1F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91609" y="2195314"/>
            <a:ext cx="3066295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all three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8391609" y="2665809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case the thing was built for.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4467695" y="3805634"/>
            <a:ext cx="3505117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17267" y="4088805"/>
            <a:ext cx="306609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adopt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717267" y="4559300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table and a scheduled job are enough.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8142037" y="3805634"/>
            <a:ext cx="3505316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391609" y="3912791"/>
            <a:ext cx="306629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the registry only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91609" y="4735314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definitions, without an online store.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324102" y="5631458"/>
            <a:ext cx="732325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REUSE ACROSS TEAMS →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04/06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is a new critical dependency in the serving path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9633" y="1783556"/>
            <a:ext cx="411834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latency budget you now own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298303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online read sits inside the request path.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12914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486" y="1939131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257" y="1983184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0947" y="1773436"/>
            <a:ext cx="4464370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page in the on-call rotation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62486" y="2629892"/>
            <a:ext cx="503400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store failing means every model failing.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171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43942" y="4116387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49633" y="4082455"/>
            <a:ext cx="2654906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Backfill correctness</a:t>
            </a:r>
            <a:endParaRPr lang="en-US" sz="2133" dirty="0"/>
          </a:p>
        </p:txBody>
      </p:sp>
      <p:sp>
        <p:nvSpPr>
          <p:cNvPr id="18" name="Text 16"/>
          <p:cNvSpPr/>
          <p:nvPr/>
        </p:nvSpPr>
        <p:spPr>
          <a:xfrm>
            <a:off x="791171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joins are easy to get subtly wrong.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12914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62486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8908" y="4116387"/>
            <a:ext cx="28491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20947" y="4082455"/>
            <a:ext cx="428670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of what already exists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462486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features must move, or you run both.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05/06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 before building or buying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11105754" cy="3801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1599" y="231695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3415" y="236100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4772" y="2294533"/>
            <a:ext cx="7097017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2266" dirty="0"/>
          </a:p>
        </p:txBody>
      </p:sp>
      <p:sp>
        <p:nvSpPr>
          <p:cNvPr id="8" name="Text 6"/>
          <p:cNvSpPr/>
          <p:nvPr/>
        </p:nvSpPr>
        <p:spPr>
          <a:xfrm>
            <a:off x="541599" y="3254970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70" y="3299023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4772" y="3232547"/>
            <a:ext cx="6281119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541599" y="419298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94370" y="4237038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4772" y="4170561"/>
            <a:ext cx="7252426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2266" dirty="0"/>
          </a:p>
        </p:txBody>
      </p:sp>
      <p:sp>
        <p:nvSpPr>
          <p:cNvPr id="14" name="Shape 12"/>
          <p:cNvSpPr/>
          <p:nvPr/>
        </p:nvSpPr>
        <p:spPr>
          <a:xfrm>
            <a:off x="541599" y="5348288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1599" y="5557838"/>
            <a:ext cx="121737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690852" y="5621337"/>
            <a:ext cx="199563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06/06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2026-08-27T16:17:48Z</dcterms:created>
  <dcterms:modified xsi:type="dcterms:W3CDTF">2026-08-27T16:17:48Z</dcterms:modified>
</cp:coreProperties>
</file>