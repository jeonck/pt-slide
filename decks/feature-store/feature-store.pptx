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media/image-2-6.svg" ContentType="image/svg+xml"/>
  <Override PartName="/ppt/media/image-2-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/ DECISION REVIEW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2805112"/>
            <a:ext cx="8288487" cy="883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a decision about ownership,</a:t>
            </a:r>
            <a:endParaRPr lang="en-US" sz="240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about tooling.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1599" y="4959945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1599" y="5203230"/>
            <a:ext cx="227933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541599" y="5557838"/>
            <a:ext cx="227933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3690412" y="5203230"/>
            <a:ext cx="984258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3690412" y="5557838"/>
            <a:ext cx="98425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2026.08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569542" y="5203230"/>
            <a:ext cx="3172937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5569542" y="5557838"/>
            <a:ext cx="317293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PLATFORM &amp; DATA ENG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01/06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a feature store solves is duplication, not storage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SOLVES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85143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feature, written twice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computed one way for training and another way for serving will drift apart.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851435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failure is silent: the model does not error, it just gets quietly worse.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689890" y="1851422"/>
            <a:ext cx="709661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 PATH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689890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819687" y="2405062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 job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05895" y="2492177"/>
            <a:ext cx="304724" cy="1692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110619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240416" y="2405062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table</a:t>
            </a:r>
            <a:endParaRPr lang="en-US" sz="1866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26624" y="2492177"/>
            <a:ext cx="304724" cy="1692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531348" y="2223095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9661145" y="2405062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16" name="Text 12"/>
          <p:cNvSpPr/>
          <p:nvPr/>
        </p:nvSpPr>
        <p:spPr>
          <a:xfrm>
            <a:off x="4689890" y="3303191"/>
            <a:ext cx="7096613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SERVING PATH</a:t>
            </a:r>
            <a:endParaRPr lang="en-US" sz="1466" dirty="0"/>
          </a:p>
        </p:txBody>
      </p:sp>
      <p:sp>
        <p:nvSpPr>
          <p:cNvPr id="17" name="Text 13"/>
          <p:cNvSpPr/>
          <p:nvPr/>
        </p:nvSpPr>
        <p:spPr>
          <a:xfrm>
            <a:off x="4689890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4819687" y="3856831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code</a:t>
            </a:r>
            <a:endParaRPr lang="en-US" sz="1866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05895" y="3943945"/>
            <a:ext cx="304724" cy="16926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0619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7240416" y="3856831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</a:t>
            </a:r>
            <a:endParaRPr lang="en-US" sz="1866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624" y="3943945"/>
            <a:ext cx="304724" cy="16926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31348" y="3674864"/>
            <a:ext cx="2116005" cy="707628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9661145" y="3856831"/>
            <a:ext cx="185641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</a:t>
            </a:r>
            <a:endParaRPr lang="en-US" sz="1866" dirty="0"/>
          </a:p>
        </p:txBody>
      </p:sp>
      <p:sp>
        <p:nvSpPr>
          <p:cNvPr id="25" name="Shape 19"/>
          <p:cNvSpPr/>
          <p:nvPr/>
        </p:nvSpPr>
        <p:spPr>
          <a:xfrm>
            <a:off x="4689890" y="4693642"/>
            <a:ext cx="6957463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4689890" y="4903192"/>
            <a:ext cx="709661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definition, two implementations — and nothing compares them.</a:t>
            </a:r>
            <a:endParaRPr lang="en-US" sz="1866" dirty="0"/>
          </a:p>
        </p:txBody>
      </p:sp>
      <p:sp>
        <p:nvSpPr>
          <p:cNvPr id="27" name="Text 21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02/06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feature store is three services, and you may only need one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1171" y="2332038"/>
            <a:ext cx="3105754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Registry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place where a feature is defined, owned and discoverable.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791171" y="4090591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91171" y="4283075"/>
            <a:ext cx="310575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4637683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as soon as two teams use the same feature.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322475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572047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24819" y="1817489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47" y="2332038"/>
            <a:ext cx="3105754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store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572047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correct history, used to build training sets.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4572047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72047" y="4626769"/>
            <a:ext cx="310575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4572047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if backfills keep leaking future data.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8103352" y="1540669"/>
            <a:ext cx="3544001" cy="4360862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352924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405695" y="1817489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52924" y="2332038"/>
            <a:ext cx="3105754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1067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store</a:t>
            </a:r>
            <a:endParaRPr lang="en-US" sz="2133" dirty="0"/>
          </a:p>
        </p:txBody>
      </p:sp>
      <p:sp>
        <p:nvSpPr>
          <p:cNvPr id="24" name="Text 22"/>
          <p:cNvSpPr/>
          <p:nvPr/>
        </p:nvSpPr>
        <p:spPr>
          <a:xfrm>
            <a:off x="8352924" y="2819400"/>
            <a:ext cx="3105754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Low-latency reads of the same values at serving time.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8352924" y="4434284"/>
            <a:ext cx="3044857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52924" y="4626769"/>
            <a:ext cx="3105754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667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WHEN</a:t>
            </a:r>
            <a:endParaRPr lang="en-US" sz="1466" dirty="0"/>
          </a:p>
        </p:txBody>
      </p:sp>
      <p:sp>
        <p:nvSpPr>
          <p:cNvPr id="27" name="Text 25"/>
          <p:cNvSpPr/>
          <p:nvPr/>
        </p:nvSpPr>
        <p:spPr>
          <a:xfrm>
            <a:off x="8352924" y="4981377"/>
            <a:ext cx="310575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 it only if models serve online requests.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03/06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depends on reuse and on whether serving is online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IS WORTH IT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3624797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3"/>
              </a:lnSpc>
              <a:spcAft>
                <a:spcPts val="13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conditions, and both must hold</a:t>
            </a:r>
            <a:endParaRPr lang="en-US" sz="2133" dirty="0"/>
          </a:p>
        </p:txBody>
      </p:sp>
      <p:sp>
        <p:nvSpPr>
          <p:cNvPr id="5" name="Text 3"/>
          <p:cNvSpPr/>
          <p:nvPr/>
        </p:nvSpPr>
        <p:spPr>
          <a:xfrm>
            <a:off x="541599" y="2413992"/>
            <a:ext cx="362479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Reuse alone is a registry problem. Online serving alone is a caching problem.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599" y="3648273"/>
            <a:ext cx="3624797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together do they justify running all three services.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4467695" y="1540669"/>
            <a:ext cx="732325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Aft>
                <a:spcPts val="800"/>
              </a:spcAft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↑ ONLINE SERVING NEED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4467695" y="1912342"/>
            <a:ext cx="3505117" cy="1724025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17267" y="2195314"/>
            <a:ext cx="306609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Cache, not a platform</a:t>
            </a:r>
            <a:endParaRPr lang="en-US" sz="2133" dirty="0"/>
          </a:p>
        </p:txBody>
      </p:sp>
      <p:sp>
        <p:nvSpPr>
          <p:cNvPr id="10" name="Text 8"/>
          <p:cNvSpPr/>
          <p:nvPr/>
        </p:nvSpPr>
        <p:spPr>
          <a:xfrm>
            <a:off x="4717267" y="2665809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model serving online does not need a store.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8142037" y="1912342"/>
            <a:ext cx="3505316" cy="1724025"/>
          </a:xfrm>
          <a:prstGeom prst="rect">
            <a:avLst/>
          </a:prstGeom>
          <a:solidFill>
            <a:srgbClr val="1F3A5F"/>
          </a:solidFill>
          <a:ln w="12698">
            <a:solidFill>
              <a:srgbClr val="1F3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391609" y="2195314"/>
            <a:ext cx="3066295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all three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8391609" y="2665809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case the thing was built for.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4467695" y="3805634"/>
            <a:ext cx="3505117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717267" y="4088805"/>
            <a:ext cx="306609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adopt</a:t>
            </a:r>
            <a:endParaRPr lang="en-US" sz="2133" dirty="0"/>
          </a:p>
        </p:txBody>
      </p:sp>
      <p:sp>
        <p:nvSpPr>
          <p:cNvPr id="16" name="Text 14"/>
          <p:cNvSpPr/>
          <p:nvPr/>
        </p:nvSpPr>
        <p:spPr>
          <a:xfrm>
            <a:off x="4717267" y="4559300"/>
            <a:ext cx="3066093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table and a scheduled job are enough.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8142037" y="3805634"/>
            <a:ext cx="3505316" cy="1724223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391609" y="3912791"/>
            <a:ext cx="3066295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Aft>
                <a:spcPts val="933"/>
              </a:spcAft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 the registry only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391609" y="4735314"/>
            <a:ext cx="3066295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definitions, without an online store.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324102" y="5631458"/>
            <a:ext cx="732325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REUSE ACROSS TEAMS →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04/06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is a new critical dependency in the serving path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1171" y="177343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62987" y="1817489"/>
            <a:ext cx="23311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49633" y="1783556"/>
            <a:ext cx="411834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latency budget you now own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791171" y="2298303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online read sits inside the request path.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212914" y="1540669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486" y="1939131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257" y="1983184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20947" y="1773436"/>
            <a:ext cx="4464370" cy="70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page in the on-call rotation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6462486" y="2629892"/>
            <a:ext cx="503400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store failing means every model failing.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41599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91171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43942" y="4116387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49633" y="4082455"/>
            <a:ext cx="2654906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Backfill correctness</a:t>
            </a:r>
            <a:endParaRPr lang="en-US" sz="2133" dirty="0"/>
          </a:p>
        </p:txBody>
      </p:sp>
      <p:sp>
        <p:nvSpPr>
          <p:cNvPr id="18" name="Text 16"/>
          <p:cNvSpPr/>
          <p:nvPr/>
        </p:nvSpPr>
        <p:spPr>
          <a:xfrm>
            <a:off x="791171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Point-in-time joins are easy to get subtly wrong.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212914" y="3839567"/>
            <a:ext cx="5434439" cy="2061964"/>
          </a:xfrm>
          <a:prstGeom prst="rect">
            <a:avLst/>
          </a:prstGeom>
          <a:noFill/>
          <a:ln w="12698">
            <a:solidFill>
              <a:srgbClr val="C9CD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62486" y="407233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508908" y="4116387"/>
            <a:ext cx="28491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20947" y="4082455"/>
            <a:ext cx="4286702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 of what already exists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462486" y="4597202"/>
            <a:ext cx="5034001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3D43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features must move, or you run both.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05/06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57200"/>
            <a:ext cx="11327869" cy="4403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66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need to decide before building or buying</a:t>
            </a:r>
            <a:endParaRPr lang="en-US" sz="2666" dirty="0"/>
          </a:p>
        </p:txBody>
      </p:sp>
      <p:sp>
        <p:nvSpPr>
          <p:cNvPr id="3" name="Text 1"/>
          <p:cNvSpPr/>
          <p:nvPr/>
        </p:nvSpPr>
        <p:spPr>
          <a:xfrm>
            <a:off x="541599" y="999133"/>
            <a:ext cx="11327869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spcBef>
                <a:spcPts val="800"/>
              </a:spcBef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2316956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13415" y="2361009"/>
            <a:ext cx="233114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4772" y="2294533"/>
            <a:ext cx="7097017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teams share a feature definition today?</a:t>
            </a:r>
            <a:endParaRPr lang="en-US" sz="2266" dirty="0"/>
          </a:p>
        </p:txBody>
      </p:sp>
      <p:sp>
        <p:nvSpPr>
          <p:cNvPr id="7" name="Shape 5"/>
          <p:cNvSpPr/>
          <p:nvPr/>
        </p:nvSpPr>
        <p:spPr>
          <a:xfrm>
            <a:off x="541599" y="2972197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1599" y="3254970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70" y="3299023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4772" y="3232547"/>
            <a:ext cx="6281119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any of our models serve online requests?</a:t>
            </a:r>
            <a:endParaRPr lang="en-US" sz="2266" dirty="0"/>
          </a:p>
        </p:txBody>
      </p:sp>
      <p:sp>
        <p:nvSpPr>
          <p:cNvPr id="11" name="Shape 9"/>
          <p:cNvSpPr/>
          <p:nvPr/>
        </p:nvSpPr>
        <p:spPr>
          <a:xfrm>
            <a:off x="541599" y="3910211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1599" y="4192984"/>
            <a:ext cx="372374" cy="372467"/>
          </a:xfrm>
          <a:prstGeom prst="rect">
            <a:avLst/>
          </a:prstGeom>
          <a:solidFill>
            <a:srgbClr val="1F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94370" y="4237038"/>
            <a:ext cx="271966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4772" y="4170561"/>
            <a:ext cx="7252426" cy="4173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would carry the page when the store is down?</a:t>
            </a:r>
            <a:endParaRPr lang="en-US" sz="2266" dirty="0"/>
          </a:p>
        </p:txBody>
      </p:sp>
      <p:sp>
        <p:nvSpPr>
          <p:cNvPr id="15" name="Shape 13"/>
          <p:cNvSpPr/>
          <p:nvPr/>
        </p:nvSpPr>
        <p:spPr>
          <a:xfrm>
            <a:off x="541599" y="5348288"/>
            <a:ext cx="11105754" cy="0"/>
          </a:xfrm>
          <a:prstGeom prst="line">
            <a:avLst/>
          </a:prstGeom>
          <a:noFill/>
          <a:ln w="12698">
            <a:solidFill>
              <a:srgbClr val="C9CDD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41599" y="5557838"/>
            <a:ext cx="1217372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690852" y="5621337"/>
            <a:ext cx="1995631" cy="2700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26"/>
              </a:lnSpc>
              <a:buNone/>
            </a:pPr>
            <a:r>
              <a:rPr lang="en-US" sz="1466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319484" y="6104731"/>
            <a:ext cx="11327869" cy="2452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933"/>
              </a:lnSpc>
              <a:buNone/>
            </a:pPr>
            <a:r>
              <a:rPr lang="en-US" sz="1333" dirty="0">
                <a:solidFill>
                  <a:srgbClr val="7A82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STORE — ADOPTION REVIEW · SHEET 06/06 · FRAMEWORK ONLY, NO EXTERNAL DATA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2026-08-27T18:52:34Z</dcterms:created>
  <dcterms:modified xsi:type="dcterms:W3CDTF">2026-08-27T18:52:34Z</dcterms:modified>
</cp:coreProperties>
</file>