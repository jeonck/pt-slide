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96086" y="703659"/>
            <a:ext cx="439658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RESTORE DRILL · A POSITION PAPER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806615" y="118625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848245" y="1571427"/>
            <a:ext cx="8492462" cy="1937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backup you have never</a:t>
            </a:r>
            <a:endParaRPr lang="en-US" sz="5866" dirty="0"/>
          </a:p>
          <a:p>
            <a:pPr algn="ctr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restored is not a backup.</a:t>
            </a:r>
            <a:endParaRPr lang="en-US" sz="5866" dirty="0"/>
          </a:p>
        </p:txBody>
      </p:sp>
      <p:sp>
        <p:nvSpPr>
          <p:cNvPr id="5" name="Text 3"/>
          <p:cNvSpPr/>
          <p:nvPr/>
        </p:nvSpPr>
        <p:spPr>
          <a:xfrm>
            <a:off x="4401632" y="3881041"/>
            <a:ext cx="3385688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122844" y="4198541"/>
            <a:ext cx="794306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000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RPO and RTO written into a document are a claim. A restore drill is the only evidence — and the gap between them is where recovery plans die.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953190" y="5417741"/>
            <a:ext cx="228257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spcBef>
                <a:spcPts val="3200"/>
              </a:spcBef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SILENT FAILURES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a backup fails at, silently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472" y="2105223"/>
            <a:ext cx="10090008" cy="3081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Media nobody has read back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job succeeded. The bytes never did.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schema left out of the dump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Rows come back. The database does not.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dependency that is down too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needs what the outage took.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Credentials nobody on shift has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path exists. Nobody can walk it.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88128" y="2105223"/>
            <a:ext cx="0" cy="1540867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9472" y="3639741"/>
            <a:ext cx="5045004" cy="0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2788" y="2435027"/>
            <a:ext cx="3545676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Media nobody has read back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1726617" y="2935883"/>
            <a:ext cx="3678016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job succeeded. The bytes never did.</a:t>
            </a:r>
            <a:endParaRPr lang="en-US" sz="1866" dirty="0"/>
          </a:p>
        </p:txBody>
      </p:sp>
      <p:sp>
        <p:nvSpPr>
          <p:cNvPr id="10" name="Shape 8"/>
          <p:cNvSpPr/>
          <p:nvPr/>
        </p:nvSpPr>
        <p:spPr>
          <a:xfrm>
            <a:off x="11133132" y="2105223"/>
            <a:ext cx="0" cy="154086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94476" y="3639741"/>
            <a:ext cx="5045004" cy="0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38638" y="2435027"/>
            <a:ext cx="3743984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schema left out of the dump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726294" y="2935883"/>
            <a:ext cx="3768672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Rows come back. The database does not.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6088128" y="3646091"/>
            <a:ext cx="0" cy="1540867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9472" y="5180608"/>
            <a:ext cx="504500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41830" y="3975894"/>
            <a:ext cx="3847590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dependency that is down too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1733093" y="4476750"/>
            <a:ext cx="3665066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needs what the outage took.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11133132" y="3646091"/>
            <a:ext cx="0" cy="154086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94476" y="5180608"/>
            <a:ext cx="504500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14189" y="3975894"/>
            <a:ext cx="3992882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Credentials nobody on shift has</a:t>
            </a:r>
            <a:endParaRPr lang="en-US" sz="2133" dirty="0"/>
          </a:p>
        </p:txBody>
      </p:sp>
      <p:sp>
        <p:nvSpPr>
          <p:cNvPr id="21" name="Text 19"/>
          <p:cNvSpPr/>
          <p:nvPr/>
        </p:nvSpPr>
        <p:spPr>
          <a:xfrm>
            <a:off x="6914080" y="4476750"/>
            <a:ext cx="3393100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path exists. Nobody can walk it.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None of these announce themselves. All of them wait.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SHAPE OF THE DATA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drill proves nothing against a toy dataset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4164" y="2443361"/>
            <a:ext cx="462139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SAMPLE RESTORE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3027002" y="2892028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4164" y="3141662"/>
            <a:ext cx="462139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command exists.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1004164" y="3712369"/>
            <a:ext cx="462139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someone on the team can type it.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088128" y="2443361"/>
            <a:ext cx="12697" cy="2371527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63390" y="2443361"/>
            <a:ext cx="462139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PRODUCTION-SHAPED RESTORE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8586228" y="2892028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63390" y="3141662"/>
            <a:ext cx="462139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volume moves in the time you promised.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563390" y="4079875"/>
            <a:ext cx="462139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schema, the permissions and the dependencies come back with it.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Everything that breaks at real size is invisible at sample size.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THE DRILL PRODUCES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The drill’s product is a corrected runbook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472" y="2105223"/>
            <a:ext cx="10090008" cy="3081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DECLARE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you claim you can do.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RUN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Timed, by the shift that would really do it.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III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RECORD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the runbook said, and what happened.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IV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CORRECT</a:t>
            </a:r>
            <a:pPr algn="l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Edit the runbook before the drill is closed.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9274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97369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151080" y="2880717"/>
            <a:ext cx="6475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35512" y="3378398"/>
            <a:ext cx="1296088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DECLARE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229346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you claim you can do.</a:t>
            </a:r>
            <a:endParaRPr lang="en-US" sz="1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18037" y="3578423"/>
            <a:ext cx="338450" cy="13533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6487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604583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725917" y="2880717"/>
            <a:ext cx="12950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II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476006" y="3378398"/>
            <a:ext cx="629528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RUN</a:t>
            </a:r>
            <a:endParaRPr lang="en-US" sz="1866" dirty="0"/>
          </a:p>
        </p:txBody>
      </p:sp>
      <p:sp>
        <p:nvSpPr>
          <p:cNvPr id="16" name="Text 13"/>
          <p:cNvSpPr/>
          <p:nvPr/>
        </p:nvSpPr>
        <p:spPr>
          <a:xfrm>
            <a:off x="3836560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Timed, by the shift that would really do it.</a:t>
            </a:r>
            <a:endParaRPr lang="en-US" sz="16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25251" y="3578423"/>
            <a:ext cx="338450" cy="13533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263701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11797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7300754" y="2880717"/>
            <a:ext cx="19426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III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807409" y="3378398"/>
            <a:ext cx="118115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RECORD</a:t>
            </a:r>
            <a:endParaRPr lang="en-US" sz="1866" dirty="0"/>
          </a:p>
        </p:txBody>
      </p:sp>
      <p:sp>
        <p:nvSpPr>
          <p:cNvPr id="22" name="Text 18"/>
          <p:cNvSpPr/>
          <p:nvPr/>
        </p:nvSpPr>
        <p:spPr>
          <a:xfrm>
            <a:off x="6443774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the runbook said, and what happened.</a:t>
            </a:r>
            <a:endParaRPr lang="en-US" sz="16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2465" y="3578423"/>
            <a:ext cx="338450" cy="1353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870915" y="2545358"/>
            <a:ext cx="2268764" cy="2201267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9819010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1"/>
          <p:cNvSpPr/>
          <p:nvPr/>
        </p:nvSpPr>
        <p:spPr>
          <a:xfrm>
            <a:off x="9907967" y="2880717"/>
            <a:ext cx="19426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IV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9324776" y="3378398"/>
            <a:ext cx="1360842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CORRECT</a:t>
            </a:r>
            <a:endParaRPr lang="en-US" sz="1866" dirty="0"/>
          </a:p>
        </p:txBody>
      </p:sp>
      <p:sp>
        <p:nvSpPr>
          <p:cNvPr id="28" name="Text 23"/>
          <p:cNvSpPr/>
          <p:nvPr/>
        </p:nvSpPr>
        <p:spPr>
          <a:xfrm>
            <a:off x="9050987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Edit the runbook before the drill is closed.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drill that ends in a pass has thrown away its only output.</a:t>
            </a:r>
            <a:endParaRPr lang="en-US" sz="1866" dirty="0"/>
          </a:p>
        </p:txBody>
      </p:sp>
      <p:sp>
        <p:nvSpPr>
          <p:cNvPr id="30" name="Text 25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22734"/>
            <a:ext cx="1029180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800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we need to decide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686322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472" y="2003822"/>
            <a:ext cx="10090008" cy="385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Does the drill go on the calendar?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date and an owner, or it stays an intention.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stops while the drill runs?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Name the service that goes quiet, and who is told before it does.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III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Who signs the numbers we publish?</a:t>
            </a:r>
            <a:pPr algn="ctr" indent="0" marL="0">
              <a:buNone/>
            </a:pPr>
            <a:r>
              <a:rPr lang="en-US" sz="1600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signature belongs to whoever watched them measured.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48572" y="2003822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948572" y="2325291"/>
            <a:ext cx="10291808" cy="434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Does the drill go on the calendar?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2122844" y="2827139"/>
            <a:ext cx="79430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date and an owner, or it stays an intention.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8572" y="3367484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948572" y="3688953"/>
            <a:ext cx="10291808" cy="434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stops while the drill runs?</a:t>
            </a:r>
            <a:endParaRPr lang="en-US" sz="2533" dirty="0"/>
          </a:p>
        </p:txBody>
      </p:sp>
      <p:sp>
        <p:nvSpPr>
          <p:cNvPr id="11" name="Text 9"/>
          <p:cNvSpPr/>
          <p:nvPr/>
        </p:nvSpPr>
        <p:spPr>
          <a:xfrm>
            <a:off x="2122844" y="4190802"/>
            <a:ext cx="79430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Name the service that goes quiet, and who is told before it does.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48572" y="4731147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III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48572" y="5052616"/>
            <a:ext cx="10291808" cy="434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Who signs the numbers we publish?</a:t>
            </a:r>
            <a:endParaRPr lang="en-US" sz="2533" dirty="0"/>
          </a:p>
        </p:txBody>
      </p:sp>
      <p:sp>
        <p:nvSpPr>
          <p:cNvPr id="14" name="Text 12"/>
          <p:cNvSpPr/>
          <p:nvPr/>
        </p:nvSpPr>
        <p:spPr>
          <a:xfrm>
            <a:off x="2122844" y="5554464"/>
            <a:ext cx="79430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signature belongs to whoever watched them measured.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2026-08-27T15:23:28Z</dcterms:created>
  <dcterms:modified xsi:type="dcterms:W3CDTF">2026-08-27T15:23:28Z</dcterms:modified>
</cp:coreProperties>
</file>