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604496-vo8a21p2sx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604796-m7ibzez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605075-5w8oazliu6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605350-2c4aorzdx3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605604-zdt2igogvy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2026-08-27T14:23:25Z</dcterms:created>
  <dcterms:modified xsi:type="dcterms:W3CDTF">2026-08-27T14:23:25Z</dcterms:modified>
</cp:coreProperties>
</file>