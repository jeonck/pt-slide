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94125-qj0xhbvf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94438-gcaljot91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94758-irhcfjpm1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95026-h2o9zrg1w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0595315-v6m56ngv0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2026-08-27T14:23:15Z</dcterms:created>
  <dcterms:modified xsi:type="dcterms:W3CDTF">2026-08-27T14:23:15Z</dcterms:modified>
</cp:coreProperties>
</file>