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60286-7ok99eayiq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60579-xcr8h7zeh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60886-aes4jim6cj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61216-hk0r7qj3nj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561531-r1qsxxp4aq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2026-08-27T14:22:41Z</dcterms:created>
  <dcterms:modified xsi:type="dcterms:W3CDTF">2026-08-27T14:22:41Z</dcterms:modified>
</cp:coreProperties>
</file>