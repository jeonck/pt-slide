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607680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Model Registry — operating guide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2641600"/>
            <a:ext cx="8633706" cy="93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73"/>
              </a:lnSpc>
              <a:buNone/>
            </a:pPr>
            <a:r>
              <a:rPr lang="en-US" sz="2533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registry is the record of what is allowed to run —</a:t>
            </a:r>
            <a:endParaRPr lang="en-US" sz="2533" dirty="0"/>
          </a:p>
          <a:p>
            <a:pPr algn="l" indent="0" marL="0">
              <a:lnSpc>
                <a:spcPts val="3673"/>
              </a:lnSpc>
              <a:buNone/>
            </a:pPr>
            <a:r>
              <a:rPr lang="en-US" sz="2533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and of who said so.</a:t>
            </a:r>
            <a:endParaRPr lang="en-US" sz="2533" dirty="0"/>
          </a:p>
        </p:txBody>
      </p:sp>
      <p:sp>
        <p:nvSpPr>
          <p:cNvPr id="6" name="Text 4"/>
          <p:cNvSpPr/>
          <p:nvPr/>
        </p:nvSpPr>
        <p:spPr>
          <a:xfrm>
            <a:off x="541599" y="4882753"/>
            <a:ext cx="11105754" cy="1027113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204435" y="4895453"/>
            <a:ext cx="0" cy="1001712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1171" y="5081587"/>
            <a:ext cx="323344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PREPARED BY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91171" y="5403056"/>
            <a:ext cx="3233441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6863626" y="4895453"/>
            <a:ext cx="0" cy="1001712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7658" y="5081587"/>
            <a:ext cx="221619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DATE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4447658" y="5403056"/>
            <a:ext cx="2216199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2026.08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7106849" y="5081587"/>
            <a:ext cx="4376548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APPLIES TO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7106849" y="5403056"/>
            <a:ext cx="437654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ALL REGISTERED MODELS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01/05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504074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the registry is the record of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4029670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346002"/>
            <a:ext cx="11080360" cy="507603"/>
          </a:xfrm>
          <a:prstGeom prst="rect">
            <a:avLst/>
          </a:prstGeom>
          <a:solidFill>
            <a:srgbClr val="3330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268" y="1481336"/>
            <a:ext cx="189000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FIELD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114962" y="1481336"/>
            <a:ext cx="38113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IT ANSWERS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8325348" y="1481336"/>
            <a:ext cx="313327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WRITES IT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791171" y="2155428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1788268" y="2114352"/>
            <a:ext cx="18900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Version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962" y="2113955"/>
            <a:ext cx="38113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Which artifact is this, exactly?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8325348" y="2131814"/>
            <a:ext cx="313327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CI pipeline</a:t>
            </a:r>
            <a:endParaRPr lang="en-US" sz="1733" dirty="0"/>
          </a:p>
        </p:txBody>
      </p:sp>
      <p:sp>
        <p:nvSpPr>
          <p:cNvPr id="14" name="Shape 12"/>
          <p:cNvSpPr/>
          <p:nvPr/>
        </p:nvSpPr>
        <p:spPr>
          <a:xfrm>
            <a:off x="554296" y="2724547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171" y="3032720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788268" y="2991644"/>
            <a:ext cx="18900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Lineage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114962" y="2991247"/>
            <a:ext cx="38113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data and code produced it?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8325348" y="3009106"/>
            <a:ext cx="313327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Training job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554296" y="3601839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1171" y="3910012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A3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1788268" y="3868936"/>
            <a:ext cx="18900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Owner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114962" y="3868539"/>
            <a:ext cx="38113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owns it in production?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8325348" y="3886398"/>
            <a:ext cx="313327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Registering team</a:t>
            </a:r>
            <a:endParaRPr lang="en-US" sz="1733" dirty="0"/>
          </a:p>
        </p:txBody>
      </p:sp>
      <p:sp>
        <p:nvSpPr>
          <p:cNvPr id="24" name="Shape 22"/>
          <p:cNvSpPr/>
          <p:nvPr/>
        </p:nvSpPr>
        <p:spPr>
          <a:xfrm>
            <a:off x="554296" y="4479131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1171" y="4787305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A4</a:t>
            </a:r>
            <a:endParaRPr lang="en-US" sz="1466" dirty="0"/>
          </a:p>
        </p:txBody>
      </p:sp>
      <p:sp>
        <p:nvSpPr>
          <p:cNvPr id="26" name="Text 24"/>
          <p:cNvSpPr/>
          <p:nvPr/>
        </p:nvSpPr>
        <p:spPr>
          <a:xfrm>
            <a:off x="1788268" y="4746228"/>
            <a:ext cx="18900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114962" y="4745831"/>
            <a:ext cx="38113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Where is it allowed to run?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8325348" y="4763691"/>
            <a:ext cx="313327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Promotion workflow</a:t>
            </a:r>
            <a:endParaRPr lang="en-US" sz="1733" dirty="0"/>
          </a:p>
        </p:txBody>
      </p:sp>
      <p:sp>
        <p:nvSpPr>
          <p:cNvPr id="29" name="Text 27"/>
          <p:cNvSpPr/>
          <p:nvPr/>
        </p:nvSpPr>
        <p:spPr>
          <a:xfrm>
            <a:off x="541599" y="5566172"/>
            <a:ext cx="113278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field nobody writes is a field nobody can trust.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02/05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6799150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How a model moves through the registry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418916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 · ENTRY REQUIREMENT · WHO SIGNS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765644" y="1333302"/>
            <a:ext cx="191934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NO STEP IS SKIPPED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541599" y="1705570"/>
            <a:ext cx="11105754" cy="3657402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30477" y="1718270"/>
            <a:ext cx="0" cy="8985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533" y="2037159"/>
            <a:ext cx="5198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1926942" y="2001441"/>
            <a:ext cx="196892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REGISTERED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331006" y="1823839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artifact exists with a version and lineage.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357758" y="2013545"/>
            <a:ext cx="20804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Automatic</a:t>
            </a:r>
            <a:endParaRPr lang="en-US" sz="1733" dirty="0"/>
          </a:p>
        </p:txBody>
      </p:sp>
      <p:sp>
        <p:nvSpPr>
          <p:cNvPr id="13" name="Shape 11"/>
          <p:cNvSpPr/>
          <p:nvPr/>
        </p:nvSpPr>
        <p:spPr>
          <a:xfrm>
            <a:off x="554296" y="2623145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477" y="2616795"/>
            <a:ext cx="0" cy="9112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3533" y="2948384"/>
            <a:ext cx="5198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926942" y="2912666"/>
            <a:ext cx="196892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STAGING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331006" y="2735064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evaluation report is attached and reviewed.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9357758" y="2924770"/>
            <a:ext cx="20804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owner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554296" y="35343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477" y="3528020"/>
            <a:ext cx="0" cy="911225"/>
          </a:xfrm>
          <a:prstGeom prst="line">
            <a:avLst/>
          </a:prstGeom>
          <a:noFill/>
          <a:ln w="152381">
            <a:solidFill>
              <a:srgbClr val="333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3533" y="3859609"/>
            <a:ext cx="5198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03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1926942" y="3823891"/>
            <a:ext cx="196892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PRODUCTION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4331006" y="3646289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rollback target is named and on-call is told.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9357758" y="3835995"/>
            <a:ext cx="20804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Owner + service</a:t>
            </a:r>
            <a:endParaRPr lang="en-US" sz="1733" dirty="0"/>
          </a:p>
        </p:txBody>
      </p:sp>
      <p:sp>
        <p:nvSpPr>
          <p:cNvPr id="25" name="Shape 23"/>
          <p:cNvSpPr/>
          <p:nvPr/>
        </p:nvSpPr>
        <p:spPr>
          <a:xfrm>
            <a:off x="554296" y="4445595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477" y="4439245"/>
            <a:ext cx="0" cy="9112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3533" y="4770834"/>
            <a:ext cx="51985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04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1926942" y="4735116"/>
            <a:ext cx="196892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ARCHIVED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4331006" y="4557514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Superseded or withdrawn, with the reason recorded.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9357758" y="4747220"/>
            <a:ext cx="20804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owner</a:t>
            </a:r>
            <a:endParaRPr lang="en-US" sz="1733" dirty="0"/>
          </a:p>
        </p:txBody>
      </p:sp>
      <p:sp>
        <p:nvSpPr>
          <p:cNvPr id="31" name="Text 29"/>
          <p:cNvSpPr/>
          <p:nvPr/>
        </p:nvSpPr>
        <p:spPr>
          <a:xfrm>
            <a:off x="541599" y="5566172"/>
            <a:ext cx="1132786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stage is a permission, not a label — the ledger records who granted it.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03/05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7174722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Four rules that keep the ledger trustworthy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457656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346002"/>
            <a:ext cx="11080360" cy="507603"/>
          </a:xfrm>
          <a:prstGeom prst="rect">
            <a:avLst/>
          </a:prstGeom>
          <a:solidFill>
            <a:srgbClr val="3330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268" y="1481336"/>
            <a:ext cx="200311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RULE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225860" y="1481336"/>
            <a:ext cx="324639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IT SAYS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882348" y="1481336"/>
            <a:ext cx="358533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BREAKS WITHOUT IT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791171" y="2223889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1788268" y="2011363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One name, one lineage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25860" y="2010569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name never changes meaning.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7882348" y="2010569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Two teams ship different things under one name.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54296" y="28612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171" y="3237905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788268" y="3025378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Deprecate before delete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25860" y="3024584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Archived records stay readable.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7882348" y="3024584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audit cannot reconstruct last quarter.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554296" y="3875286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1171" y="4251920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R-03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1788268" y="3867944"/>
            <a:ext cx="2003119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Production names its rollback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25860" y="4038600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previous version stays promotable.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7882348" y="4210447"/>
            <a:ext cx="358533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Rollback becomes a rebuild.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554296" y="4889302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1171" y="5265936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R-04</a:t>
            </a:r>
            <a:endParaRPr lang="en-US" sz="1466" dirty="0"/>
          </a:p>
        </p:txBody>
      </p:sp>
      <p:sp>
        <p:nvSpPr>
          <p:cNvPr id="26" name="Text 24"/>
          <p:cNvSpPr/>
          <p:nvPr/>
        </p:nvSpPr>
        <p:spPr>
          <a:xfrm>
            <a:off x="1788268" y="5053409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 changes append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25860" y="5052616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ledger is never edited in place.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7882348" y="5052616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Nobody can say who promoted what.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04/05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440325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we still have to settle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3971330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1171" y="1869083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1788268" y="1797844"/>
            <a:ext cx="9801703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signs a production promotion when the owner is away?</a:t>
            </a:r>
            <a:endParaRPr lang="en-US" sz="2266" dirty="0"/>
          </a:p>
        </p:txBody>
      </p:sp>
      <p:sp>
        <p:nvSpPr>
          <p:cNvPr id="8" name="Shape 6"/>
          <p:cNvSpPr/>
          <p:nvPr/>
        </p:nvSpPr>
        <p:spPr>
          <a:xfrm>
            <a:off x="554296" y="2659261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1171" y="3188692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Q2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1788268" y="3117453"/>
            <a:ext cx="9801703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How long does an archived model stay readable?</a:t>
            </a:r>
            <a:endParaRPr lang="en-US" sz="2266" dirty="0"/>
          </a:p>
        </p:txBody>
      </p:sp>
      <p:sp>
        <p:nvSpPr>
          <p:cNvPr id="11" name="Shape 9"/>
          <p:cNvSpPr/>
          <p:nvPr/>
        </p:nvSpPr>
        <p:spPr>
          <a:xfrm>
            <a:off x="554296" y="39788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1171" y="4508302"/>
            <a:ext cx="53381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Q3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1788268" y="4437063"/>
            <a:ext cx="9801703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happens to a model whose owning team is dissolved?</a:t>
            </a:r>
            <a:endParaRPr lang="en-US" sz="2266" dirty="0"/>
          </a:p>
        </p:txBody>
      </p:sp>
      <p:sp>
        <p:nvSpPr>
          <p:cNvPr id="14" name="Text 12"/>
          <p:cNvSpPr/>
          <p:nvPr/>
        </p:nvSpPr>
        <p:spPr>
          <a:xfrm>
            <a:off x="541599" y="5541566"/>
            <a:ext cx="1346879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9779" y="5617766"/>
            <a:ext cx="198652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05/05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2026-08-27T16:18:20Z</dcterms:created>
  <dcterms:modified xsi:type="dcterms:W3CDTF">2026-08-27T16:18:20Z</dcterms:modified>
</cp:coreProperties>
</file>