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40738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RUNBOOK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[ 01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1708348"/>
            <a:ext cx="11258664" cy="1608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Incident response:</a:t>
            </a:r>
            <a:endParaRPr lang="en-US" sz="5066" dirty="0"/>
          </a:p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30 minutes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575523" y="3621683"/>
            <a:ext cx="2031492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3939183"/>
            <a:ext cx="10360609" cy="83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bottleneck in the first half hour is rarely diagnosis.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It is that nobody said who is in charge, and nobody told anyone else.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575523" y="5826125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164058" y="6042025"/>
            <a:ext cx="351835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RUNBOOK</a:t>
            </a:r>
            <a:endParaRPr lang="en-US" sz="17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323688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 — WHAT GOES WRONG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[ 02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failures, none of them technical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748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Everyone debugs.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speaks.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25095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interesting problem pulls in every pair of hands. Stakeholders go quiet, then arrive asking — and the asking slows the fix.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345092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4594664" y="2489994"/>
            <a:ext cx="3059617" cy="748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says who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is in charge.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4594664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With no declared owner, every call needs consensus. Two people restart the same service; nobody owns the rollback.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114660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8364232" y="2489994"/>
            <a:ext cx="3059617" cy="748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timeline is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reconstructed.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364232" y="3373834"/>
            <a:ext cx="3059617" cy="1718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writes while it happens. The review then argues about the order of events, from memory, instead of the cause.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75523" y="5559425"/>
            <a:ext cx="1125866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Not one of these is a diagnosis problem. Each is a decision nobody made.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8523736" y="6089253"/>
            <a:ext cx="315148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 CHART · MECHANISM ONLY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829700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 — ROLES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[ 03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roles, defined by what they don't do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COMMANDER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25095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Declares, assigns each role by name, decides, and keeps the log.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825095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25095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Touch a terminal. A commander who debugs is no longer commanding.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45092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COMMS ]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594664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594664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Writes to stakeholders on cadence, including when nothing changed.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594664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94664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4594664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Diagnose, or promise a fix time. “We don't know yet” is a full update.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14660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INVESTIGATOR ]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364232" y="2489994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8364232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hypothesis at a time — tested, and the result said out loud.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8364232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64232" y="4264819"/>
            <a:ext cx="30596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26" name="Text 24"/>
          <p:cNvSpPr/>
          <p:nvPr/>
        </p:nvSpPr>
        <p:spPr>
          <a:xfrm>
            <a:off x="8364232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Answer stakeholders, or change production without announcing it.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6793595" y="6089253"/>
            <a:ext cx="491623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EACH ROLE IS ONE PERSON, NAMED OUT LOUD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 — SEQUENCE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[ 04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Five checkpoints, not a clock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605063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CHECKPOINT ] EACH ONE IS PASSED, NOT SCHEDULED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7905956" y="1779984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NO CLOCK, NO MINUTE MARKERS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75523" y="2209998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5095" y="2378670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01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1718238" y="2365970"/>
            <a:ext cx="109879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804485" y="2360017"/>
            <a:ext cx="660488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Someone says the word out loud. Ambiguity ends there.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81822" y="2853928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5523" y="2972395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5095" y="3141067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1718238" y="3128367"/>
            <a:ext cx="94196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ASSIGN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3804485" y="3122414"/>
            <a:ext cx="685095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Commander, comms, investigator — named, in the channel.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81822" y="3616325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5523" y="3734792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095" y="3903464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1718238" y="3890764"/>
            <a:ext cx="141284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STABILISE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804485" y="3884811"/>
            <a:ext cx="652718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Restore service first; the cause can wait for the review.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981822" y="4378722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5523" y="4497189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5095" y="4665861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</a:t>
            </a:r>
            <a:endParaRPr lang="en-US" sz="1733" dirty="0"/>
          </a:p>
        </p:txBody>
      </p:sp>
      <p:sp>
        <p:nvSpPr>
          <p:cNvPr id="25" name="Text 23"/>
          <p:cNvSpPr/>
          <p:nvPr/>
        </p:nvSpPr>
        <p:spPr>
          <a:xfrm>
            <a:off x="1718238" y="4653161"/>
            <a:ext cx="172670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COMMUNICATE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3804485" y="4647208"/>
            <a:ext cx="691570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update goes out before anyone knows the cause.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981822" y="5141119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75523" y="5259586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5095" y="5428258"/>
            <a:ext cx="70379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</a:t>
            </a:r>
            <a:endParaRPr lang="en-US" sz="1733" dirty="0"/>
          </a:p>
        </p:txBody>
      </p:sp>
      <p:sp>
        <p:nvSpPr>
          <p:cNvPr id="30" name="Text 28"/>
          <p:cNvSpPr/>
          <p:nvPr/>
        </p:nvSpPr>
        <p:spPr>
          <a:xfrm>
            <a:off x="1718238" y="5415558"/>
            <a:ext cx="94196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RECORD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3804485" y="5409605"/>
            <a:ext cx="578899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log is written while it happens, or it is fiction.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33" name="Text 31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 UNLOCKS THE OTHER FOUR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 — SEVERITY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[ 05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each severity level obliges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346879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LEVEL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895993" y="1779984"/>
            <a:ext cx="4075038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WHEN IT APPLIES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5891128" y="1779984"/>
            <a:ext cx="3073580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IT OBLIGES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904442" y="1779984"/>
            <a:ext cx="2728159" cy="307975"/>
          </a:xfrm>
          <a:prstGeom prst="rect">
            <a:avLst/>
          </a:prstGeom>
          <a:noFill/>
          <a:ln/>
        </p:spPr>
        <p:txBody>
          <a:bodyPr wrap="non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WHO IT WAKES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223294"/>
            <a:ext cx="11037905" cy="3679825"/>
          </a:xfrm>
          <a:prstGeom prst="roundRect">
            <a:avLst>
              <a:gd name="adj" fmla="val 1380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7445" y="2521942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SEV-1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2077915" y="2344341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Customers blocked. No workaround exists.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073050" y="2344341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 first, diagnose second.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086364" y="2344341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On-call, service owner, duty exec.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88220" y="3146425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57445" y="3438723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SEV-2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2077915" y="3261122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Degraded. A workaround exists and it costs someone.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073050" y="3261122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 named. Updates on cadence.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086364" y="3261122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and service owner.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88220" y="4063206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57445" y="4355505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SEV-3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2077915" y="4177903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Contained fault. No customer impact yet.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073050" y="4177903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owner. No separate comms role.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086364" y="4349750"/>
            <a:ext cx="238294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only.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88220" y="4979987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57445" y="5272286"/>
            <a:ext cx="1001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SEV-4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2077915" y="5094684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Known and tolerated. Tracked, not chased.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6073050" y="5266531"/>
            <a:ext cx="272836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 ticket, not a page.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9086364" y="5094684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Nobody, until working hours.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75523" y="6089253"/>
            <a:ext cx="479016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 LEVEL IS A PERMISSION TO WAKE PEOPLE</a:t>
            </a:r>
            <a:endParaRPr lang="en-US" sz="1466" dirty="0"/>
          </a:p>
        </p:txBody>
      </p:sp>
      <p:sp>
        <p:nvSpPr>
          <p:cNvPr id="31" name="Text 29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LADDER PROPOSED FOR DISCUSSION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39245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06 — DECISIONS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[ 06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50455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2043990" y="1995884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Who may declare — and must they ask first?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687501" y="2050455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SEV-1 ]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798366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3068836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2043990" y="3014266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is our comms cadence, and who owns it?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8687501" y="3068836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COMMS ]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575523" y="3816747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5095" y="4087217"/>
            <a:ext cx="1243273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2043990" y="4032647"/>
            <a:ext cx="6829908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Where does the log live, and who writes it?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687501" y="4087217"/>
            <a:ext cx="2676356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REVIEW ]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575523" y="4982964"/>
            <a:ext cx="11037905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23" y="5266531"/>
            <a:ext cx="11258664" cy="572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06"/>
              </a:lnSpc>
              <a:spcAft>
                <a:spcPts val="16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None of this needs a tool. It needs a decision.</a:t>
            </a:r>
            <a:endParaRPr lang="en-US" sz="3466" dirty="0"/>
          </a:p>
        </p:txBody>
      </p:sp>
      <p:sp>
        <p:nvSpPr>
          <p:cNvPr id="20" name="Text 18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785556" y="6042025"/>
            <a:ext cx="844430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END</a:t>
            </a:r>
            <a:endParaRPr lang="en-US" sz="17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2026-08-27T18:52:50Z</dcterms:created>
  <dcterms:modified xsi:type="dcterms:W3CDTF">2026-08-27T18:52:50Z</dcterms:modified>
</cp:coreProperties>
</file>