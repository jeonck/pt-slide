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7812-4lez9dv9iz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8147-s6p085st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8523-ih6neixu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8866-d7sjp4nb3g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9222-cfi112yyg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79548-whyej8ju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2026-08-27T14:22:59Z</dcterms:created>
  <dcterms:modified xsi:type="dcterms:W3CDTF">2026-08-27T14:22:59Z</dcterms:modified>
</cp:coreProperties>
</file>