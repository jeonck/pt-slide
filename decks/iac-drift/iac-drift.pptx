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83712-h5edo4b1hi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83978-8yruqxu64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84242-u3cgh16tb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84559-fonbnzjog8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84854-7ui799b2y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2026-08-27T14:23:04Z</dcterms:created>
  <dcterms:modified xsi:type="dcterms:W3CDTF">2026-08-27T14:23:04Z</dcterms:modified>
</cp:coreProperties>
</file>