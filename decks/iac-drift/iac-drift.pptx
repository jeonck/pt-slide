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svg" ContentType="image/svg+xml"/>
  <Override PartName="/ppt/media/image-2-4.svg" ContentType="image/svg+xml"/>
  <Override PartName="/ppt/media/image-2-6.svg" ContentType="image/svg+xml"/>
  <Override PartName="/ppt/media/image-2-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94188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823448" y="541734"/>
            <a:ext cx="70217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315045"/>
            <a:ext cx="11051451" cy="934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59"/>
              </a:lnSpc>
              <a:buNone/>
            </a:pPr>
            <a:r>
              <a:rPr lang="en-US" sz="61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INFRASTRUCTURE</a:t>
            </a:r>
            <a:endParaRPr lang="en-US" sz="6133" dirty="0"/>
          </a:p>
        </p:txBody>
      </p:sp>
      <p:sp>
        <p:nvSpPr>
          <p:cNvPr id="6" name="Text 4"/>
          <p:cNvSpPr/>
          <p:nvPr/>
        </p:nvSpPr>
        <p:spPr>
          <a:xfrm>
            <a:off x="677098" y="2283420"/>
            <a:ext cx="7247368" cy="2682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17"/>
              </a:lnSpc>
              <a:buNone/>
            </a:pPr>
            <a:r>
              <a:rPr lang="en-US" sz="17598" b="1" dirty="0">
                <a:solidFill>
                  <a:srgbClr val="FF4A1C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DRIFT</a:t>
            </a:r>
            <a:endParaRPr lang="en-US" sz="17598" dirty="0"/>
          </a:p>
        </p:txBody>
      </p:sp>
      <p:sp>
        <p:nvSpPr>
          <p:cNvPr id="7" name="Text 5"/>
          <p:cNvSpPr/>
          <p:nvPr/>
        </p:nvSpPr>
        <p:spPr>
          <a:xfrm>
            <a:off x="8120810" y="2283420"/>
            <a:ext cx="3391044" cy="2682081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425534" y="3063081"/>
            <a:ext cx="2837229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THE CHANGE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425534" y="3437334"/>
            <a:ext cx="2837229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SOMEONE MADE</a:t>
            </a:r>
            <a:endParaRPr lang="en-US" sz="2266" dirty="0"/>
          </a:p>
        </p:txBody>
      </p:sp>
      <p:sp>
        <p:nvSpPr>
          <p:cNvPr id="10" name="Text 8"/>
          <p:cNvSpPr/>
          <p:nvPr/>
        </p:nvSpPr>
        <p:spPr>
          <a:xfrm>
            <a:off x="8425534" y="3811588"/>
            <a:ext cx="2837229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BY HAND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677098" y="5168702"/>
            <a:ext cx="10360609" cy="441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0"/>
              </a:lnSpc>
              <a:spcBef>
                <a:spcPts val="1600"/>
              </a:spcBef>
              <a:buNone/>
            </a:pPr>
            <a:r>
              <a:rPr lang="en-US" sz="2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 is not a tooling problem. The console is still a valid write path.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77098" y="6055519"/>
            <a:ext cx="205633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8890357" y="6055519"/>
            <a:ext cx="26739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78425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WHAT DRIFT ACTUALLY COSTS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85358" y="541734"/>
            <a:ext cx="74102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259483"/>
            <a:ext cx="11051451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spcAft>
                <a:spcPts val="2133"/>
              </a:spcAft>
              <a:buNone/>
            </a:pPr>
            <a:r>
              <a:rPr lang="en-US" sz="45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The plan stops being true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05641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15548" y="2531864"/>
            <a:ext cx="15540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905641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change is made in the console</a:t>
            </a:r>
            <a:endParaRPr lang="en-US" sz="186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31751" y="2915444"/>
            <a:ext cx="338450" cy="3385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470201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698744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808651" y="2531864"/>
            <a:ext cx="15540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1866" dirty="0"/>
          </a:p>
        </p:txBody>
      </p:sp>
      <p:sp>
        <p:nvSpPr>
          <p:cNvPr id="14" name="Text 11"/>
          <p:cNvSpPr/>
          <p:nvPr/>
        </p:nvSpPr>
        <p:spPr>
          <a:xfrm>
            <a:off x="3698744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shows a diff nobody ordered</a:t>
            </a:r>
            <a:endParaRPr lang="en-US" sz="1866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24854" y="2915444"/>
            <a:ext cx="338450" cy="3385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263304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6491847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601754" y="2531864"/>
            <a:ext cx="15540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1866" dirty="0"/>
          </a:p>
        </p:txBody>
      </p:sp>
      <p:sp>
        <p:nvSpPr>
          <p:cNvPr id="19" name="Text 15"/>
          <p:cNvSpPr/>
          <p:nvPr/>
        </p:nvSpPr>
        <p:spPr>
          <a:xfrm>
            <a:off x="6491847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is now risky, so it waits</a:t>
            </a:r>
            <a:endParaRPr lang="en-US" sz="1866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17957" y="2915444"/>
            <a:ext cx="338450" cy="33853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056407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9284950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9394857" y="2531864"/>
            <a:ext cx="15540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4</a:t>
            </a:r>
            <a:endParaRPr lang="en-US" sz="1866" dirty="0"/>
          </a:p>
        </p:txBody>
      </p:sp>
      <p:sp>
        <p:nvSpPr>
          <p:cNvPr id="24" name="Text 19"/>
          <p:cNvSpPr/>
          <p:nvPr/>
        </p:nvSpPr>
        <p:spPr>
          <a:xfrm>
            <a:off x="9284950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change skips the pipeline</a:t>
            </a:r>
            <a:endParaRPr lang="en-US" sz="1866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7098" y="4049911"/>
            <a:ext cx="10834558" cy="4064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7098" y="4782344"/>
            <a:ext cx="10705828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80"/>
              </a:lnSpc>
              <a:spcBef>
                <a:spcPts val="2567"/>
              </a:spcBef>
              <a:buNone/>
            </a:pPr>
            <a:r>
              <a:rPr lang="en-US" sz="2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here is a tooling failure. The loop closes on itself — </a:t>
            </a:r>
            <a:pPr algn="l" indent="0" marL="0">
              <a:lnSpc>
                <a:spcPts val="3480"/>
              </a:lnSpc>
              <a:spcBef>
                <a:spcPts val="2567"/>
              </a:spcBef>
              <a:buNone/>
            </a:pPr>
            <a:r>
              <a:rPr lang="en-US" sz="24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lap makes the next change by hand more reasonable than the last.</a:t>
            </a:r>
            <a:endParaRPr lang="en-US" sz="2400" dirty="0"/>
          </a:p>
        </p:txBody>
      </p:sp>
      <p:sp>
        <p:nvSpPr>
          <p:cNvPr id="27" name="Text 21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2"/>
          <p:cNvSpPr/>
          <p:nvPr/>
        </p:nvSpPr>
        <p:spPr>
          <a:xfrm>
            <a:off x="677098" y="6055519"/>
            <a:ext cx="26739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  <p:sp>
        <p:nvSpPr>
          <p:cNvPr id="29" name="Text 23"/>
          <p:cNvSpPr/>
          <p:nvPr/>
        </p:nvSpPr>
        <p:spPr>
          <a:xfrm>
            <a:off x="9766834" y="6055519"/>
            <a:ext cx="17799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DRIFT LOOP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41718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WHY PEOPLE REACH FOR IT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85358" y="541734"/>
            <a:ext cx="74102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259483"/>
            <a:ext cx="11051451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spcAft>
                <a:spcPts val="2133"/>
              </a:spcAft>
              <a:buNone/>
            </a:pPr>
            <a:r>
              <a:rPr lang="en-US" sz="45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Why the console keeps winning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22211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93353" y="2265164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77098" y="2762845"/>
            <a:ext cx="3453401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during an incident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677098" y="3284141"/>
            <a:ext cx="3385688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7098" y="3504208"/>
            <a:ext cx="3453401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answers in minutes. The pager answers in seconds.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401235" y="22211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17491" y="2265164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01235" y="2762845"/>
            <a:ext cx="3453401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is blocked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4401235" y="3284141"/>
            <a:ext cx="3385688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01235" y="3504208"/>
            <a:ext cx="3453401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Queued behind unrelated changes, waiting on a sleeping reviewer.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8125373" y="22211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41628" y="2265164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25373" y="2762845"/>
            <a:ext cx="3453401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module has no field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125373" y="3284141"/>
            <a:ext cx="3385688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25373" y="3504208"/>
            <a:ext cx="3453401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abstraction is behind the provider. There is no code to write.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677098" y="4731742"/>
            <a:ext cx="10834756" cy="934442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15548" y="5002609"/>
            <a:ext cx="10361014" cy="39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93"/>
              </a:lnSpc>
              <a:buNone/>
            </a:pPr>
            <a:r>
              <a:rPr lang="en-US" sz="2133" dirty="0">
                <a:solidFill>
                  <a:srgbClr val="F2F0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one of these is a gap in the paved path, not a failure of discipline.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77098" y="6055519"/>
            <a:ext cx="26739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  <p:sp>
        <p:nvSpPr>
          <p:cNvPr id="25" name="Text 23"/>
          <p:cNvSpPr/>
          <p:nvPr/>
        </p:nvSpPr>
        <p:spPr>
          <a:xfrm>
            <a:off x="8216830" y="6055519"/>
            <a:ext cx="336092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THE REASONS SERIOUSLY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36537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ONE PATH, THE ONLY PATH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72661" y="541734"/>
            <a:ext cx="75397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259483"/>
            <a:ext cx="11051451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spcAft>
                <a:spcPts val="1866"/>
              </a:spcAft>
              <a:buNone/>
            </a:pPr>
            <a:r>
              <a:rPr lang="en-US" sz="45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Make one path the only path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2187178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2322513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93353" y="2366566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621" y="2322513"/>
            <a:ext cx="3453401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READ-ONLY BY DEFAULT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4841458" y="2322513"/>
            <a:ext cx="68038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roles in production carry read and describe. Write belongs to the pipeline’s identity, and to nothing else.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677098" y="309443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77098" y="3229769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3353" y="3273822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52621" y="3229769"/>
            <a:ext cx="3453401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BREAK-GLASS EXPIRES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841458" y="3229769"/>
            <a:ext cx="68038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Elevation is one click, time-boxed, and it writes a record: who, what, why, and when it lapsed.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677098" y="4001691"/>
            <a:ext cx="10834756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098" y="4137025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3353" y="4181078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52621" y="4137025"/>
            <a:ext cx="3453401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CLOSE THE GAP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4841458" y="4137025"/>
            <a:ext cx="68038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 of the glass files a ticket against the paved path: the slow step, the missing field.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677098" y="4908947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7098" y="5273477"/>
            <a:ext cx="11051451" cy="39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93"/>
              </a:lnSpc>
              <a:spcBef>
                <a:spcPts val="2470"/>
              </a:spcBef>
              <a:buNone/>
            </a:pPr>
            <a:r>
              <a:rPr lang="en-US" sz="2133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the first two without the third and the drift just moves out of sight.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77098" y="6055519"/>
            <a:ext cx="26739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  <p:sp>
        <p:nvSpPr>
          <p:cNvPr id="25" name="Text 23"/>
          <p:cNvSpPr/>
          <p:nvPr/>
        </p:nvSpPr>
        <p:spPr>
          <a:xfrm>
            <a:off x="6249615" y="6055519"/>
            <a:ext cx="536748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THIRD MOVE IS THE ONE THAT GETS SKIPPED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38905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WHAT WE HAVE TO DECIDE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85358" y="541734"/>
            <a:ext cx="74102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633934"/>
            <a:ext cx="5525523" cy="1219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9"/>
              </a:lnSpc>
              <a:buNone/>
            </a:pPr>
            <a:r>
              <a:rPr lang="en-US" sz="7999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WHAT WE</a:t>
            </a:r>
            <a:endParaRPr lang="en-US" sz="7999" dirty="0"/>
          </a:p>
        </p:txBody>
      </p:sp>
      <p:sp>
        <p:nvSpPr>
          <p:cNvPr id="6" name="Text 4"/>
          <p:cNvSpPr/>
          <p:nvPr/>
        </p:nvSpPr>
        <p:spPr>
          <a:xfrm>
            <a:off x="677098" y="2853134"/>
            <a:ext cx="5525523" cy="1219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9"/>
              </a:lnSpc>
              <a:buNone/>
            </a:pPr>
            <a:r>
              <a:rPr lang="en-US" sz="7999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HAVE TO</a:t>
            </a:r>
            <a:endParaRPr lang="en-US" sz="7999" dirty="0"/>
          </a:p>
        </p:txBody>
      </p:sp>
      <p:sp>
        <p:nvSpPr>
          <p:cNvPr id="7" name="Text 5"/>
          <p:cNvSpPr/>
          <p:nvPr/>
        </p:nvSpPr>
        <p:spPr>
          <a:xfrm>
            <a:off x="677098" y="4072334"/>
            <a:ext cx="5525523" cy="1219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9"/>
              </a:lnSpc>
              <a:buNone/>
            </a:pPr>
            <a:r>
              <a:rPr lang="en-US" sz="7999" b="1" dirty="0">
                <a:solidFill>
                  <a:srgbClr val="FF4A1C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DECIDE</a:t>
            </a:r>
            <a:endParaRPr lang="en-US" sz="7999" dirty="0"/>
          </a:p>
        </p:txBody>
      </p:sp>
      <p:sp>
        <p:nvSpPr>
          <p:cNvPr id="8" name="Text 6"/>
          <p:cNvSpPr/>
          <p:nvPr/>
        </p:nvSpPr>
        <p:spPr>
          <a:xfrm>
            <a:off x="6500576" y="1697633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00576" y="1917700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500576" y="1919684"/>
            <a:ext cx="379822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076099" y="1917700"/>
            <a:ext cx="452447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holds the break-glass, and how long before it lapses?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00576" y="2857500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500576" y="3077567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00576" y="3079552"/>
            <a:ext cx="379822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076099" y="3077567"/>
            <a:ext cx="452447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 do we close first: the slow step or the missing field?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00576" y="4017367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500576" y="4237434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00576" y="4239419"/>
            <a:ext cx="379822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076099" y="4237434"/>
            <a:ext cx="452447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 we do with the drift that is already in production?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00576" y="5177234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7098" y="6055519"/>
            <a:ext cx="205633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23" name="Text 21"/>
          <p:cNvSpPr/>
          <p:nvPr/>
        </p:nvSpPr>
        <p:spPr>
          <a:xfrm>
            <a:off x="8890357" y="6055519"/>
            <a:ext cx="26739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2026-08-27T16:56:33Z</dcterms:created>
  <dcterms:modified xsi:type="dcterms:W3CDTF">2026-08-27T16:56:33Z</dcterms:modified>
</cp:coreProperties>
</file>