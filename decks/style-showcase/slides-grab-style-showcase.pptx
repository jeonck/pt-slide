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5832-a95e02qu9z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6143-6939a4dz5f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6591-5kvih74lq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6992-dgnhanf9n8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7440-4srh04704w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7844-jz78gsx79j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8161-dy9gbzvxb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8463-ynjhdyh4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8744-o0jul7cdhs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9054-kd9le9inno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9380-qu88v9797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9704-gt1phgiyl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89993-kzgi5au3w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0321-cirng3i9kw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0630-n19g8sc3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1069-9uyjlo7vh6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1430-7xnwjb6pn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1758-gtngpf2pk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2084-40oey16hc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2389-fsb2qdu5mc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2731-01xiph5l3i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3035-87poidsv0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3353-yeyhzcq4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3667-d68bifxzi9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4033-gnyhr0oinh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4353-9gz5ao2ua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4656-xx2i0xdabx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4973-x9epyl6ef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5313-f68ocjkk7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5596-sc8t6kbr0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6054-em0a8gk0h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6510-b7vrxy7jd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6833-0dkoobll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7249-eb500wba45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7716-pjzs596qq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8142-j0qk62s2sx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8537-b7dliygh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8941-fmslzffjl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9300-46361a6uw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499762-mzjn0e24lb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0241-19kiydgzj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0653-rop3zjrd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1077-2000zy5gk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1447-9cvjbsrr1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1815-tgpn728lg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2245-y7qe4uak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2658-uosbw59cn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3118-df5civefb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3582-omp9r0si0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4020-k31hsetdgq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4390-rr7srffmh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4830-ru5ckvyb6x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5264-fexoneypr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5662-a0dydj2sdh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6082-watrp5tyf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6461-kd7l6zwar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6842-wm5zmkcy4t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7197-5wwraez3w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7638-bns9c3aq45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8005-ju5ywexyn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8384-ygij3otly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8686-svpz4rgj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9179-yzxou1dtc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9590-96h2jyy9y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09905-6avwk9f10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0251-6ebawnpe7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0623-60vtnqnl5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0984-38oak5mebj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1395-k7n3cq7uj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1818-0pyev38s5a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2184-0ct0favk9v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2633-xmdmtrgfxd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3098-c24xxnif8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3530-l4yrykpk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3951-363s5nlg2g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4374-kp8xd5xn3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4849-k7phx3vn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5364-1z6yh9rs8v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5832-96j63kubhc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6298-mwbibey0qy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6758-3zkuvgj4jk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7152-6noeuwag74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7585-hvx53h55v9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7977-66xv6c192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8417-9gad7yly6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8860-3fmi76psmc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9341-f64t4xmg3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19795-v7xt89d0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0232-qr5ioe710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0658-71tohiugbn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1084-zola7na2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21516-dehms5plf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2026-08-27T14:22:01Z</dcterms:created>
  <dcterms:modified xsi:type="dcterms:W3CDTF">2026-08-27T14:22:01Z</dcterms:modified>
</cp:coreProperties>
</file>