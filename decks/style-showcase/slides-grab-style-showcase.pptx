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</p:sldIdLst>
  <p:notesMasterIdLst>
    <p:notesMasterId r:id="rId9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notesMaster" Target="notesMasters/notesMaster1.xml"/><Relationship Id="rId95" Type="http://schemas.openxmlformats.org/officeDocument/2006/relationships/presProps" Target="presProps.xml"/><Relationship Id="rId96" Type="http://schemas.openxmlformats.org/officeDocument/2006/relationships/viewProps" Target="viewProps.xml"/><Relationship Id="rId97" Type="http://schemas.openxmlformats.org/officeDocument/2006/relationships/theme" Target="theme/theme1.xml"/><Relationship Id="rId9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781230-fua05dq8h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781570-sol31rlqkn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782020-451m6y2p6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782351-ho722v3v4h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782741-v4en2tk4h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783194-xi6f600ir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783534-sr22klzt7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783925-2g3j0k13t1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784268-u410ypdcy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784606-p9d74zad2f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785054-76r1hp2ta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785480-mhbjty08yl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785838-lfxbl4go0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786274-dh0l8br0v3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786619-789wucqd0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787132-xk07a03aae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787482-y2wr8v7od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787844-7dkceyzrgz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788204-fg7z6g9s78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788556-dp11ioc3or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788894-cwr2lxy0t3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789243-ls5w5qtg05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789616-apjqvl2lp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789987-yt2phc6xk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790405-5mpam0kdv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790818-1yhbl6xn1b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791192-gtnck35uzy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791507-tdyaz18e90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791835-57u9o9hwcm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792217-t17j23qwj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792756-0mb6zz2z8b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793217-zow8m10d0v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793657-lm83mmsyvh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794101-kjr5ify2p9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794544-h76xkw5l8pj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795022-pjevlt2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795478-jpfzgtyu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795990-k6mxhkqe9y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796421-ydm18v9sg0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796914-t5x68ois31j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797445-wm1nwqidx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797914-08zbyl2l1v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798446-ylm15q4m4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798829-r4kfbhw9hm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799223-ap4613u7y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799692-dct5z7gk83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800112-tbh3yxehvx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800623-0wkiwyq65s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801093-h0kxrj26s9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801549-fwonpymlv2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801947-pl540a2b9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802389-8w3ioxr8f8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802853-68wzwapce7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803277-39w3j18nih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803744-cvfnhorh6r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804189-lv362sdgkr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804597-rjl1fgrvz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804930-e4x35cf40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805405-xptax8by1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805785-tf8gkox1qs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806161-902z80acxk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806493-zae8994sp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806914-9ubaicfkf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807367-6lh1u3do7b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807679-izr4n9un4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808069-q52wf01im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808469-ut5i25khtw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808899-ej0e3r82lp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809343-1l6ibqabbb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809764-98sow7azsx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810138-vshv2olx5x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810556-8zi573fmlb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811010-ujc4c2ou6w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811438-wc3pszmok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811814-s8oxbh41a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812273-216flf3tay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812791-ux913ctg8g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813262-5kxavxlx4f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813707-wh779urkf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814159-zf9wjuyf8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814701-9pdik6t7dn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815121-yozocbduy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815598-qsbds1rle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816062-6wsudi205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816538-2zqlel2vq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817027-jjb36jdry4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817463-yq4dtjqkov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817963-bq489an61g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818443-birx2vwps0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818938-tcgyu6fk8n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819408-03dygblat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4819903-iey0b5lzjy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92</Slides>
  <Notes>92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9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2026-08-27T15:33:39Z</dcterms:created>
  <dcterms:modified xsi:type="dcterms:W3CDTF">2026-08-27T15:33:39Z</dcterms:modified>
</cp:coreProperties>
</file>