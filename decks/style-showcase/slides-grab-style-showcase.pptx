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</p:sldIdLst>
  <p:notesMasterIdLst>
    <p:notesMasterId r:id="rId9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notesMaster" Target="notesMasters/notesMaster1.xml"/><Relationship Id="rId95" Type="http://schemas.openxmlformats.org/officeDocument/2006/relationships/presProps" Target="presProps.xml"/><Relationship Id="rId96" Type="http://schemas.openxmlformats.org/officeDocument/2006/relationships/viewProps" Target="viewProps.xml"/><Relationship Id="rId97" Type="http://schemas.openxmlformats.org/officeDocument/2006/relationships/theme" Target="theme/theme1.xml"/><Relationship Id="rId9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2319353" cy="363934"/>
          </a:xfrm>
          <a:prstGeom prst="rect">
            <a:avLst/>
          </a:prstGeom>
          <a:solidFill>
            <a:srgbClr val="E0E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01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474317"/>
            <a:ext cx="5947030" cy="7941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253"/>
              </a:lnSpc>
              <a:buNone/>
            </a:pPr>
            <a:r>
              <a:rPr lang="en-US" sz="46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</a:t>
            </a:r>
            <a:endParaRPr lang="en-US" sz="4666" dirty="0"/>
          </a:p>
        </p:txBody>
      </p:sp>
      <p:sp>
        <p:nvSpPr>
          <p:cNvPr id="5" name="Text 3"/>
          <p:cNvSpPr/>
          <p:nvPr/>
        </p:nvSpPr>
        <p:spPr>
          <a:xfrm>
            <a:off x="677098" y="3505398"/>
            <a:ext cx="1625194" cy="67667"/>
          </a:xfrm>
          <a:prstGeom prst="rect">
            <a:avLst/>
          </a:prstGeom>
          <a:solidFill>
            <a:srgbClr val="E0E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776266"/>
            <a:ext cx="594703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0E0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Premium · Tech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64002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DCD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002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2336017" y="5664002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DCD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2336017" y="5918002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791788" y="5664002"/>
            <a:ext cx="134687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DCD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791788" y="5918002"/>
            <a:ext cx="13468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glassmorphism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oundRect">
            <a:avLst>
              <a:gd name="adj" fmla="val 3710"/>
            </a:avLst>
          </a:prstGeom>
          <a:solidFill>
            <a:srgbClr val="2A2A5A"/>
          </a:solidFill>
          <a:ln w="12698">
            <a:solidFill>
              <a:srgbClr val="4C4C7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2153444"/>
            <a:ext cx="4077062" cy="11382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494881"/>
            <a:ext cx="4077062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CDCD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SaaS, AI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DCD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DCD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#E0E0F0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DCD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#1A1A4E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DCD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#2A2A5A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4C4C7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DCDD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E0E0F0"/>
          </a:solidFill>
          <a:ln w="12698">
            <a:solidFill>
              <a:srgbClr val="4C4C7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DCDD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#E0E0F0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1A1A4E"/>
          </a:solidFill>
          <a:ln w="12698">
            <a:solidFill>
              <a:srgbClr val="4C4C7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DCDD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#1A1A4E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2A2A5A"/>
          </a:solidFill>
          <a:ln w="12698">
            <a:solidFill>
              <a:srgbClr val="4C4C7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DCDD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#2A2A5A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2319353" cy="363934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02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461617"/>
            <a:ext cx="5947030" cy="7941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253"/>
              </a:lnSpc>
              <a:buNone/>
            </a:pPr>
            <a:r>
              <a:rPr lang="en-US" sz="4666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Neo-Brutalism</a:t>
            </a:r>
            <a:endParaRPr lang="en-US" sz="4666" dirty="0"/>
          </a:p>
        </p:txBody>
      </p:sp>
      <p:sp>
        <p:nvSpPr>
          <p:cNvPr id="5" name="Text 3"/>
          <p:cNvSpPr/>
          <p:nvPr/>
        </p:nvSpPr>
        <p:spPr>
          <a:xfrm>
            <a:off x="677098" y="3492698"/>
            <a:ext cx="1625194" cy="67667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763566"/>
            <a:ext cx="594703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Bold · Startup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38602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636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002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1577779" y="5638602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636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1577779" y="5918002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033549" y="5638602"/>
            <a:ext cx="13468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636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033549" y="5918002"/>
            <a:ext cx="13468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neo-brutalism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E4E400"/>
          </a:solidFill>
          <a:ln w="38095">
            <a:solidFill>
              <a:srgbClr val="000000"/>
            </a:solidFill>
          </a:ln>
          <a:effectLst>
            <a:outerShdw sx="100000" sy="100000" kx="0" ky="0" algn="bl" rotWithShape="0" blurRad="101600" dist="143666" dir="2700000">
              <a:srgbClr val="000000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56434" y="1963737"/>
            <a:ext cx="4025259" cy="151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56434" y="3684587"/>
            <a:ext cx="4025259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3636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Pitch decks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3636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#000000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3636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#F5F500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3636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#E4E400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453588" cy="236934"/>
          </a:xfrm>
          <a:prstGeom prst="rect">
            <a:avLst/>
          </a:prstGeom>
          <a:solidFill>
            <a:srgbClr val="000000"/>
          </a:solidFill>
          <a:ln w="12698">
            <a:solidFill>
              <a:srgbClr val="0000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4826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636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#000000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502707" y="5613598"/>
            <a:ext cx="1453588" cy="236934"/>
          </a:xfrm>
          <a:prstGeom prst="rect">
            <a:avLst/>
          </a:prstGeom>
          <a:solidFill>
            <a:srgbClr val="F5F500"/>
          </a:solidFill>
          <a:ln w="12698">
            <a:solidFill>
              <a:srgbClr val="0000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502707" y="5918200"/>
            <a:ext cx="14826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636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#F5F500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10057869" y="5613598"/>
            <a:ext cx="1453588" cy="236934"/>
          </a:xfrm>
          <a:prstGeom prst="rect">
            <a:avLst/>
          </a:prstGeom>
          <a:solidFill>
            <a:srgbClr val="E4E400"/>
          </a:solidFill>
          <a:ln w="12698">
            <a:solidFill>
              <a:srgbClr val="0000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0057869" y="5918200"/>
            <a:ext cx="14826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636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#E4E400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FF6B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03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4194966" y="1362273"/>
            <a:ext cx="3798823" cy="952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7503"/>
              </a:lnSpc>
              <a:buNone/>
            </a:pPr>
            <a:r>
              <a:rPr lang="en-US" sz="5599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Bento Grid</a:t>
            </a:r>
            <a:endParaRPr lang="en-US" sz="5599" dirty="0"/>
          </a:p>
        </p:txBody>
      </p:sp>
      <p:sp>
        <p:nvSpPr>
          <p:cNvPr id="5" name="Text 3"/>
          <p:cNvSpPr/>
          <p:nvPr/>
        </p:nvSpPr>
        <p:spPr>
          <a:xfrm>
            <a:off x="4232209" y="2586038"/>
            <a:ext cx="3724336" cy="12700"/>
          </a:xfrm>
          <a:prstGeom prst="rect">
            <a:avLst/>
          </a:prstGeom>
          <a:solidFill>
            <a:srgbClr val="C7C7C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194966" y="2869605"/>
            <a:ext cx="3798823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Modular · Structured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4194966" y="3391892"/>
            <a:ext cx="3798823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B4B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 features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E8E8E4"/>
          </a:solidFill>
          <a:ln w="12698">
            <a:solidFill>
              <a:srgbClr val="C7C7C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B4B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#F8F8F2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B4B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#1A1A2E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B4B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#E8FF3B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B4B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#FF6B6B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8F8F2"/>
          </a:solidFill>
          <a:ln w="12698">
            <a:solidFill>
              <a:srgbClr val="C7C7C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B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#F8F8F2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1A1A2E"/>
          </a:solidFill>
          <a:ln w="12698">
            <a:solidFill>
              <a:srgbClr val="C7C7C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B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#1A1A2E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E8FF3B"/>
          </a:solidFill>
          <a:ln w="12698">
            <a:solidFill>
              <a:srgbClr val="C7C7C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B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#E8FF3B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FF6B6B"/>
          </a:solidFill>
          <a:ln w="12698">
            <a:solidFill>
              <a:srgbClr val="C7C7C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B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#FF6B6B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8A73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04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569078" y="1419027"/>
            <a:ext cx="5050797" cy="839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C9A8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Dark Academia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3D2E1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569078" y="2812852"/>
            <a:ext cx="5050797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8A734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Scholarly · Refined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569078" y="3335139"/>
            <a:ext cx="5050797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A387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Education, research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261D0D"/>
          </a:solidFill>
          <a:ln w="12698">
            <a:solidFill>
              <a:srgbClr val="3D2E1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C9A8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C9A8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A387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#1A1208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C9A8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A387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#C9A84C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C9A8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A387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#D4BF9A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C9A8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A387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#3D2E10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1A1208"/>
          </a:solidFill>
          <a:ln w="12698">
            <a:solidFill>
              <a:srgbClr val="3D2E1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387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#1A1208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C9A84C"/>
          </a:solidFill>
          <a:ln w="12698">
            <a:solidFill>
              <a:srgbClr val="3D2E1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387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#C9A84C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D4BF9A"/>
          </a:solidFill>
          <a:ln w="12698">
            <a:solidFill>
              <a:srgbClr val="3D2E1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387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#D4BF9A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3D2E10"/>
          </a:solidFill>
          <a:ln w="12698">
            <a:solidFill>
              <a:srgbClr val="3D2E1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387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#3D2E10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6E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2319353" cy="36393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05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786930"/>
            <a:ext cx="11051451" cy="10209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39"/>
              </a:lnSpc>
              <a:buNone/>
            </a:pPr>
            <a:r>
              <a:rPr lang="en-US" sz="5999" b="1" dirty="0">
                <a:solidFill>
                  <a:srgbClr val="0A0A0A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Gradient Mesh</a:t>
            </a:r>
            <a:endParaRPr lang="en-US" sz="5999" dirty="0"/>
          </a:p>
        </p:txBody>
      </p:sp>
      <p:sp>
        <p:nvSpPr>
          <p:cNvPr id="5" name="Text 3"/>
          <p:cNvSpPr/>
          <p:nvPr/>
        </p:nvSpPr>
        <p:spPr>
          <a:xfrm>
            <a:off x="677098" y="3078758"/>
            <a:ext cx="2031492" cy="6766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383359"/>
            <a:ext cx="1105145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Artistic · Vibrant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4617442"/>
            <a:ext cx="638938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516719" y="4843066"/>
            <a:ext cx="3995135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020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#FF6EC7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020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#7B61FF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020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#00D4FF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020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#FFB347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16719" y="4843066"/>
            <a:ext cx="922702" cy="236934"/>
          </a:xfrm>
          <a:prstGeom prst="rect">
            <a:avLst/>
          </a:prstGeom>
          <a:solidFill>
            <a:srgbClr val="FF6EC7"/>
          </a:solidFill>
          <a:ln w="12698">
            <a:solidFill>
              <a:srgbClr val="C9589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1671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203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#FF6EC7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8540995" y="4843066"/>
            <a:ext cx="922702" cy="236934"/>
          </a:xfrm>
          <a:prstGeom prst="rect">
            <a:avLst/>
          </a:prstGeom>
          <a:solidFill>
            <a:srgbClr val="7B61FF"/>
          </a:solidFill>
          <a:ln w="12698">
            <a:solidFill>
              <a:srgbClr val="C9589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40995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203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#7B61FF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9565272" y="4843066"/>
            <a:ext cx="922702" cy="236934"/>
          </a:xfrm>
          <a:prstGeom prst="rect">
            <a:avLst/>
          </a:prstGeom>
          <a:solidFill>
            <a:srgbClr val="00D4FF"/>
          </a:solidFill>
          <a:ln w="12698">
            <a:solidFill>
              <a:srgbClr val="C9589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65272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203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#00D4FF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0589549" y="4843066"/>
            <a:ext cx="922702" cy="236934"/>
          </a:xfrm>
          <a:prstGeom prst="rect">
            <a:avLst/>
          </a:prstGeom>
          <a:solidFill>
            <a:srgbClr val="FFB347"/>
          </a:solidFill>
          <a:ln w="12698">
            <a:solidFill>
              <a:srgbClr val="C9589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8954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203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#FFB347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677098" y="5748933"/>
            <a:ext cx="13468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gradient-mesh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9454968" y="5761633"/>
            <a:ext cx="209802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4020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heavy-display · full-bleed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0" y="6688733"/>
            <a:ext cx="12188952" cy="16926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C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07070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06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649615" y="1362273"/>
            <a:ext cx="4889722" cy="952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7503"/>
              </a:lnSpc>
              <a:buNone/>
            </a:pPr>
            <a:r>
              <a:rPr lang="en-US" sz="5599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Claymorphism</a:t>
            </a:r>
            <a:endParaRPr lang="en-US" sz="5599" dirty="0"/>
          </a:p>
        </p:txBody>
      </p:sp>
      <p:sp>
        <p:nvSpPr>
          <p:cNvPr id="5" name="Text 3"/>
          <p:cNvSpPr/>
          <p:nvPr/>
        </p:nvSpPr>
        <p:spPr>
          <a:xfrm>
            <a:off x="4232209" y="2586038"/>
            <a:ext cx="3724336" cy="12700"/>
          </a:xfrm>
          <a:prstGeom prst="rect">
            <a:avLst/>
          </a:prstGeom>
          <a:solidFill>
            <a:srgbClr val="C9BAA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649615" y="2869605"/>
            <a:ext cx="488972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7070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Friendly · 3D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649615" y="3391892"/>
            <a:ext cx="4889722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03C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Apps, education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oundRect">
            <a:avLst>
              <a:gd name="adj" fmla="val 13458"/>
            </a:avLst>
          </a:prstGeom>
          <a:solidFill>
            <a:srgbClr val="EEDCC4"/>
          </a:solidFill>
          <a:ln w="12698">
            <a:solidFill>
              <a:srgbClr val="C9BA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03C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#A8EDEA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03C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#FED6E3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03C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#FFEAA7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03C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#FFECD2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A8EDEA"/>
          </a:solidFill>
          <a:ln w="12698">
            <a:solidFill>
              <a:srgbClr val="C9BA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3C3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#A8EDEA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ED6E3"/>
          </a:solidFill>
          <a:ln w="12698">
            <a:solidFill>
              <a:srgbClr val="C9BA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3C3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#FED6E3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FFEAA7"/>
          </a:solidFill>
          <a:ln w="12698">
            <a:solidFill>
              <a:srgbClr val="C9BA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3C3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#FFEAA7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FFECD2"/>
          </a:solidFill>
          <a:ln w="12698">
            <a:solidFill>
              <a:srgbClr val="C9BA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3C3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#FFECD2</a:t>
            </a:r>
            <a:endParaRPr lang="en-US" sz="1333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6475381" cy="567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66"/>
              </a:lnSpc>
              <a:buNone/>
            </a:pPr>
            <a:r>
              <a:rPr lang="en-US" sz="3333" b="1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Swiss International Style</a:t>
            </a:r>
            <a:endParaRPr lang="en-US" sz="3333" dirty="0"/>
          </a:p>
        </p:txBody>
      </p:sp>
      <p:sp>
        <p:nvSpPr>
          <p:cNvPr id="3" name="Text 1"/>
          <p:cNvSpPr/>
          <p:nvPr/>
        </p:nvSpPr>
        <p:spPr>
          <a:xfrm>
            <a:off x="677098" y="1244402"/>
            <a:ext cx="647538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Functional · Corporate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07 / 92 · builtin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834356"/>
            <a:ext cx="7009044" cy="3533577"/>
          </a:xfrm>
          <a:prstGeom prst="rect">
            <a:avLst/>
          </a:prstGeom>
          <a:solidFill>
            <a:srgbClr val="EEEEEE"/>
          </a:solidFill>
          <a:ln w="12698">
            <a:solidFill>
              <a:srgbClr val="CBCBC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21633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834356"/>
            <a:ext cx="3588837" cy="2763441"/>
          </a:xfrm>
          <a:prstGeom prst="rect">
            <a:avLst/>
          </a:prstGeom>
          <a:solidFill>
            <a:srgbClr val="EEEEEE"/>
          </a:solidFill>
          <a:ln w="12698">
            <a:solidFill>
              <a:srgbClr val="CBCBC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080941"/>
            <a:ext cx="2214580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Consulting, finance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34731"/>
            <a:ext cx="3588837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#111111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#E8000D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#444444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34731"/>
            <a:ext cx="82112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CBCBC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34731"/>
            <a:ext cx="821127" cy="236934"/>
          </a:xfrm>
          <a:prstGeom prst="rect">
            <a:avLst/>
          </a:prstGeom>
          <a:solidFill>
            <a:srgbClr val="111111"/>
          </a:solidFill>
          <a:ln w="12698">
            <a:solidFill>
              <a:srgbClr val="CBCBC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#111111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34731"/>
            <a:ext cx="821127" cy="236934"/>
          </a:xfrm>
          <a:prstGeom prst="rect">
            <a:avLst/>
          </a:prstGeom>
          <a:solidFill>
            <a:srgbClr val="E8000D"/>
          </a:solidFill>
          <a:ln w="12698">
            <a:solidFill>
              <a:srgbClr val="CBCBC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#E8000D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34731"/>
            <a:ext cx="821127" cy="236934"/>
          </a:xfrm>
          <a:prstGeom prst="rect">
            <a:avLst/>
          </a:prstGeom>
          <a:solidFill>
            <a:srgbClr val="444444"/>
          </a:solidFill>
          <a:ln w="12698">
            <a:solidFill>
              <a:srgbClr val="CBCBC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#444444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38800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1577779" y="56388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1577779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033549" y="5638800"/>
            <a:ext cx="259015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033549" y="5918200"/>
            <a:ext cx="259015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swiss-international-style</a:t>
            </a:r>
            <a:endParaRPr lang="en-US" sz="1333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00FF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08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986293" y="1419027"/>
            <a:ext cx="6216366" cy="839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D0D0F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Aurora Neon Glow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3232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986293" y="2812852"/>
            <a:ext cx="6216366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0FF8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Futuristic · AI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986293" y="3335139"/>
            <a:ext cx="6216366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A3A3B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AI, cybersecurity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131320"/>
          </a:solidFill>
          <a:ln w="12698">
            <a:solidFill>
              <a:srgbClr val="32324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D0D0F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D0D0F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A3A3B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#050510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D0D0F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A3A3B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#00FF88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D0D0F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A3A3B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#7B00FF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D0D0F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A3A3B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#00B4FF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050510"/>
          </a:solidFill>
          <a:ln w="12698">
            <a:solidFill>
              <a:srgbClr val="32324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3A3B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#050510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00FF88"/>
          </a:solidFill>
          <a:ln w="12698">
            <a:solidFill>
              <a:srgbClr val="32324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3A3B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#00FF88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7B00FF"/>
          </a:solidFill>
          <a:ln w="12698">
            <a:solidFill>
              <a:srgbClr val="32324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3A3B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#7B00FF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00B4FF"/>
          </a:solidFill>
          <a:ln w="12698">
            <a:solidFill>
              <a:srgbClr val="32324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3A3B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#00B4FF</a:t>
            </a:r>
            <a:endParaRPr lang="en-US" sz="1333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FFFF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09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4113009" y="1362273"/>
            <a:ext cx="3962933" cy="952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7503"/>
              </a:lnSpc>
              <a:buNone/>
            </a:pPr>
            <a:r>
              <a:rPr lang="en-US" sz="5599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Retro Y2K</a:t>
            </a:r>
            <a:endParaRPr lang="en-US" sz="5599" dirty="0"/>
          </a:p>
        </p:txBody>
      </p:sp>
      <p:sp>
        <p:nvSpPr>
          <p:cNvPr id="5" name="Text 3"/>
          <p:cNvSpPr/>
          <p:nvPr/>
        </p:nvSpPr>
        <p:spPr>
          <a:xfrm>
            <a:off x="4232209" y="2586038"/>
            <a:ext cx="3724336" cy="12700"/>
          </a:xfrm>
          <a:prstGeom prst="rect">
            <a:avLst/>
          </a:prstGeom>
          <a:solidFill>
            <a:srgbClr val="3838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113009" y="2869605"/>
            <a:ext cx="3962933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FF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Nostalgic · Pop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4113009" y="3391892"/>
            <a:ext cx="3962933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C7C7E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Events, marketing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121289"/>
          </a:solidFill>
          <a:ln w="12698">
            <a:solidFill>
              <a:srgbClr val="38389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7C7E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#000080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7C7E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7C7E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#FFFF00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7C7E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#121289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000080"/>
          </a:solidFill>
          <a:ln w="12698">
            <a:solidFill>
              <a:srgbClr val="38389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7C7E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#000080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38389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7C7E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FFFF00"/>
          </a:solidFill>
          <a:ln w="12698">
            <a:solidFill>
              <a:srgbClr val="38389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7C7E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#FFFF00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121289"/>
          </a:solidFill>
          <a:ln w="12698">
            <a:solidFill>
              <a:srgbClr val="38389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7C7E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#121289</a:t>
            </a:r>
            <a:endParaRPr lang="en-US" sz="1333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CCC8C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10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BUILTIN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703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Nordic Minimalism</a:t>
            </a:r>
            <a:endParaRPr lang="en-US" sz="4133" dirty="0"/>
          </a:p>
        </p:txBody>
      </p:sp>
      <p:sp>
        <p:nvSpPr>
          <p:cNvPr id="6" name="Text 4"/>
          <p:cNvSpPr/>
          <p:nvPr/>
        </p:nvSpPr>
        <p:spPr>
          <a:xfrm>
            <a:off x="2200518" y="1414463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Calm · Natural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044428"/>
            <a:ext cx="9311336" cy="1258094"/>
          </a:xfrm>
          <a:prstGeom prst="rect">
            <a:avLst/>
          </a:prstGeom>
          <a:solidFill>
            <a:srgbClr val="E7E4DF"/>
          </a:solidFill>
          <a:ln w="12698">
            <a:solidFill>
              <a:srgbClr val="CCC8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294063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4720243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#F4F1EC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#D9CFC4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#3D3530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#8A7A6A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1103830" cy="236934"/>
          </a:xfrm>
          <a:prstGeom prst="rect">
            <a:avLst/>
          </a:prstGeom>
          <a:solidFill>
            <a:srgbClr val="F4F1EC"/>
          </a:solidFill>
          <a:ln w="12698">
            <a:solidFill>
              <a:srgbClr val="CCC8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112590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#F4F1EC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405923" y="5613400"/>
            <a:ext cx="1103830" cy="236934"/>
          </a:xfrm>
          <a:prstGeom prst="rect">
            <a:avLst/>
          </a:prstGeom>
          <a:solidFill>
            <a:srgbClr val="D9CFC4"/>
          </a:solidFill>
          <a:ln w="12698">
            <a:solidFill>
              <a:srgbClr val="CCC8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405923" y="5918002"/>
            <a:ext cx="112590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#D9CFC4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4611328" y="5613400"/>
            <a:ext cx="1103830" cy="236934"/>
          </a:xfrm>
          <a:prstGeom prst="rect">
            <a:avLst/>
          </a:prstGeom>
          <a:solidFill>
            <a:srgbClr val="3D3530"/>
          </a:solidFill>
          <a:ln w="12698">
            <a:solidFill>
              <a:srgbClr val="CCC8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611328" y="5918002"/>
            <a:ext cx="112590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#3D3530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5816733" y="5613400"/>
            <a:ext cx="1103830" cy="236934"/>
          </a:xfrm>
          <a:prstGeom prst="rect">
            <a:avLst/>
          </a:prstGeom>
          <a:solidFill>
            <a:srgbClr val="8A7A6A"/>
          </a:solidFill>
          <a:ln w="12698">
            <a:solidFill>
              <a:srgbClr val="CCC8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816733" y="5918002"/>
            <a:ext cx="112590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#8A7A6A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7327060" y="5638602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7327060" y="5918002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8227741" y="56386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8227741" y="59180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9785086" y="5638602"/>
            <a:ext cx="176130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9785086" y="5918002"/>
            <a:ext cx="176130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nordic-minimalism</a:t>
            </a:r>
            <a:endParaRPr lang="en-US" sz="1333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D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C1BFB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11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BUILTIN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703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Typographic Bold</a:t>
            </a:r>
            <a:endParaRPr lang="en-US" sz="4133" dirty="0"/>
          </a:p>
        </p:txBody>
      </p:sp>
      <p:sp>
        <p:nvSpPr>
          <p:cNvPr id="6" name="Text 4"/>
          <p:cNvSpPr/>
          <p:nvPr/>
        </p:nvSpPr>
        <p:spPr>
          <a:xfrm>
            <a:off x="2200518" y="1414463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Editorial · Impact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044428"/>
            <a:ext cx="9311336" cy="1258094"/>
          </a:xfrm>
          <a:prstGeom prst="rect">
            <a:avLst/>
          </a:prstGeom>
          <a:solidFill>
            <a:srgbClr val="E1DEDA"/>
          </a:solidFill>
          <a:ln w="12698">
            <a:solidFill>
              <a:srgbClr val="C1BF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294063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482181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#F0EDE8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#E63030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#AAAAAA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1129224" cy="236934"/>
          </a:xfrm>
          <a:prstGeom prst="rect">
            <a:avLst/>
          </a:prstGeom>
          <a:solidFill>
            <a:srgbClr val="F0EDE8"/>
          </a:solidFill>
          <a:ln w="12698">
            <a:solidFill>
              <a:srgbClr val="C1BF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115180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#F0EDE8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431317" y="5613400"/>
            <a:ext cx="1129224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C1BF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431317" y="5918002"/>
            <a:ext cx="115180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4662115" y="5613400"/>
            <a:ext cx="1129224" cy="236934"/>
          </a:xfrm>
          <a:prstGeom prst="rect">
            <a:avLst/>
          </a:prstGeom>
          <a:solidFill>
            <a:srgbClr val="E63030"/>
          </a:solidFill>
          <a:ln w="12698">
            <a:solidFill>
              <a:srgbClr val="C1BF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662115" y="5918002"/>
            <a:ext cx="115180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#E63030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5892914" y="5613400"/>
            <a:ext cx="1129224" cy="236934"/>
          </a:xfrm>
          <a:prstGeom prst="rect">
            <a:avLst/>
          </a:prstGeom>
          <a:solidFill>
            <a:srgbClr val="AAAAAA"/>
          </a:solidFill>
          <a:ln w="12698">
            <a:solidFill>
              <a:srgbClr val="C1BF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892914" y="5918002"/>
            <a:ext cx="115180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#AAAAAA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7428635" y="5638602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7428635" y="5918002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8329316" y="56386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8329316" y="59180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9886661" y="5638602"/>
            <a:ext cx="165769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9886661" y="5918002"/>
            <a:ext cx="165769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typographic-bold</a:t>
            </a:r>
            <a:endParaRPr lang="en-US" sz="1333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45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2319353" cy="36393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12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178050"/>
            <a:ext cx="5947030" cy="1361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1A1A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Duotone / Color Split</a:t>
            </a:r>
            <a:endParaRPr lang="en-US" sz="3999" dirty="0"/>
          </a:p>
        </p:txBody>
      </p:sp>
      <p:sp>
        <p:nvSpPr>
          <p:cNvPr id="5" name="Text 3"/>
          <p:cNvSpPr/>
          <p:nvPr/>
        </p:nvSpPr>
        <p:spPr>
          <a:xfrm>
            <a:off x="677098" y="3776266"/>
            <a:ext cx="1625194" cy="6766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4047133"/>
            <a:ext cx="594703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Dramatic · Contrast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38602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002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1577779" y="5638602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1577779" y="5918002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033549" y="5638602"/>
            <a:ext cx="19685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033549" y="5918002"/>
            <a:ext cx="19685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duotone-color-split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EF4203"/>
          </a:solidFill>
          <a:ln w="12698">
            <a:solidFill>
              <a:srgbClr val="CD3C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1963737"/>
            <a:ext cx="4077062" cy="151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684587"/>
            <a:ext cx="4077062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3C160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Strategy decks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#FF4500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#1A1A2E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#EF4203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FF4500"/>
          </a:solidFill>
          <a:ln w="12698">
            <a:solidFill>
              <a:srgbClr val="CD3C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#FF4500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1A1A2E"/>
          </a:solidFill>
          <a:ln w="12698">
            <a:solidFill>
              <a:srgbClr val="CD3C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#1A1A2E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CD3C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EF4203"/>
          </a:solidFill>
          <a:ln w="12698">
            <a:solidFill>
              <a:srgbClr val="CD3C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#EF4203</a:t>
            </a:r>
            <a:endParaRPr lang="en-US" sz="1333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8888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13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597770" y="1419027"/>
            <a:ext cx="6993411" cy="839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Monochrome Minimal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E0E0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597770" y="2812852"/>
            <a:ext cx="699341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88888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Restrained · Luxury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597770" y="3335139"/>
            <a:ext cx="6993411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B4B4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Luxury brands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EAEAEA"/>
          </a:solidFill>
          <a:ln w="12698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B4B4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#FAFAFA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B4B4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B4B4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#E0E0E0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B4B4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#888888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AFAFA"/>
          </a:solidFill>
          <a:ln w="12698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B4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#FAFAFA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B4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E0E0E0"/>
          </a:solidFill>
          <a:ln w="12698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B4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#E0E0E0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888888"/>
          </a:solidFill>
          <a:ln w="12698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B4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#888888</a:t>
            </a:r>
            <a:endParaRPr lang="en-US" sz="1333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14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792032" y="1419027"/>
            <a:ext cx="6604888" cy="839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Cyberpunk Outline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792032" y="2812852"/>
            <a:ext cx="6604888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HUD · Sci-Fi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792032" y="3335139"/>
            <a:ext cx="6604888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Gaming, infra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1E1E1E"/>
          </a:solidFill>
          <a:ln w="12698">
            <a:solidFill>
              <a:srgbClr val="4242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#0D0D0D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#1E1E1E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#424242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0D0D0D"/>
          </a:solidFill>
          <a:ln w="12698">
            <a:solidFill>
              <a:srgbClr val="4242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#0D0D0D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1E1E1E"/>
          </a:solidFill>
          <a:ln w="12698">
            <a:solidFill>
              <a:srgbClr val="4242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#1E1E1E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4242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424242"/>
          </a:solidFill>
          <a:ln w="12698">
            <a:solidFill>
              <a:srgbClr val="4242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#424242</a:t>
            </a:r>
            <a:endParaRPr lang="en-US" sz="1333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E630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15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597770" y="1419027"/>
            <a:ext cx="6993411" cy="839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Editorial Magazine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E630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597770" y="2812852"/>
            <a:ext cx="699341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630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Magazine · Story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597770" y="3335139"/>
            <a:ext cx="6993411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Annual reviews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EFEFEF"/>
          </a:solidFill>
          <a:ln w="12698">
            <a:solidFill>
              <a:srgbClr val="E630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#E63030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#BBBBBB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E630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E630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E63030"/>
          </a:solidFill>
          <a:ln w="12698">
            <a:solidFill>
              <a:srgbClr val="E630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#E63030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BBBBBB"/>
          </a:solidFill>
          <a:ln w="12698">
            <a:solidFill>
              <a:srgbClr val="E630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#BBBBBB</a:t>
            </a:r>
            <a:endParaRPr lang="en-US" sz="1333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E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3170508" cy="680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Pastel Soft UI</a:t>
            </a:r>
            <a:endParaRPr lang="en-US" sz="3999" dirty="0"/>
          </a:p>
        </p:txBody>
      </p:sp>
      <p:sp>
        <p:nvSpPr>
          <p:cNvPr id="3" name="Text 1"/>
          <p:cNvSpPr/>
          <p:nvPr/>
        </p:nvSpPr>
        <p:spPr>
          <a:xfrm>
            <a:off x="677098" y="1357908"/>
            <a:ext cx="3170508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A2819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Soft · App-like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A2819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16 / 92 · builtin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947862"/>
            <a:ext cx="7009044" cy="3445470"/>
          </a:xfrm>
          <a:prstGeom prst="roundRect">
            <a:avLst>
              <a:gd name="adj" fmla="val 4914"/>
            </a:avLst>
          </a:prstGeom>
          <a:solidFill>
            <a:srgbClr val="EBD5E3"/>
          </a:solidFill>
          <a:ln w="12698">
            <a:solidFill>
              <a:srgbClr val="C7B4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91086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947862"/>
            <a:ext cx="3588837" cy="2675334"/>
          </a:xfrm>
          <a:prstGeom prst="roundRect">
            <a:avLst>
              <a:gd name="adj" fmla="val 6329"/>
            </a:avLst>
          </a:prstGeom>
          <a:solidFill>
            <a:srgbClr val="EBD5E3"/>
          </a:solidFill>
          <a:ln w="12698">
            <a:solidFill>
              <a:srgbClr val="C7B4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150394"/>
            <a:ext cx="1683599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3F3A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Healthcare, beauty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3F3A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#F9C6E8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3F3A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#C6E8F9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3F3A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#FCE4F3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3F3A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#EBD5E3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F9C6E8"/>
          </a:solidFill>
          <a:ln w="12698">
            <a:solidFill>
              <a:srgbClr val="C7B4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F3A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#F9C6E8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C6E8F9"/>
          </a:solidFill>
          <a:ln w="12698">
            <a:solidFill>
              <a:srgbClr val="C7B4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F3A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#C6E8F9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FCE4F3"/>
          </a:solidFill>
          <a:ln w="12698">
            <a:solidFill>
              <a:srgbClr val="C7B4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F3A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#FCE4F3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EBD5E3"/>
          </a:solidFill>
          <a:ln w="12698">
            <a:solidFill>
              <a:srgbClr val="C7B4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F3A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#EBD5E3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F3A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336017" y="5664200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F3A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336017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791788" y="5664200"/>
            <a:ext cx="1450485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F3A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791788" y="5918200"/>
            <a:ext cx="145048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pastel-soft-ui</a:t>
            </a:r>
            <a:endParaRPr lang="en-US" sz="1333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FF9F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17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180555" y="1419027"/>
            <a:ext cx="5827843" cy="839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FF6B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Dark Neon Miami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40181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180555" y="2812852"/>
            <a:ext cx="5827843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9F7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Synthwave · 80s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180555" y="3335139"/>
            <a:ext cx="5827843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C953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Entertainment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1B0716"/>
          </a:solidFill>
          <a:ln w="12698">
            <a:solidFill>
              <a:srgbClr val="40181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6B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6B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953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#0A0014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6B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953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#FF6B35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6B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953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#1B0716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6B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953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#FF9F7C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0A0014"/>
          </a:solidFill>
          <a:ln w="12698">
            <a:solidFill>
              <a:srgbClr val="40181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953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#0A0014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F6B35"/>
          </a:solidFill>
          <a:ln w="12698">
            <a:solidFill>
              <a:srgbClr val="40181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953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#FF6B35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1B0716"/>
          </a:solidFill>
          <a:ln w="12698">
            <a:solidFill>
              <a:srgbClr val="40181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953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#1B0716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FF9F7C"/>
          </a:solidFill>
          <a:ln w="12698">
            <a:solidFill>
              <a:srgbClr val="40181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953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#FF9F7C</a:t>
            </a:r>
            <a:endParaRPr lang="en-US" sz="1333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D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A878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18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856786" y="1487091"/>
            <a:ext cx="6475381" cy="703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6B4C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Hand-crafted Organic</a:t>
            </a:r>
            <a:endParaRPr lang="en-US" sz="4133" dirty="0"/>
          </a:p>
        </p:txBody>
      </p:sp>
      <p:sp>
        <p:nvSpPr>
          <p:cNvPr id="5" name="Text 3"/>
          <p:cNvSpPr/>
          <p:nvPr/>
        </p:nvSpPr>
        <p:spPr>
          <a:xfrm>
            <a:off x="4232209" y="2461220"/>
            <a:ext cx="3724336" cy="12700"/>
          </a:xfrm>
          <a:prstGeom prst="rect">
            <a:avLst/>
          </a:prstGeom>
          <a:solidFill>
            <a:srgbClr val="DDD1C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856786" y="2744788"/>
            <a:ext cx="647538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A8785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Natural · Eco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856786" y="3267075"/>
            <a:ext cx="6475381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8B715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Eco brands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F3EAE0"/>
          </a:solidFill>
          <a:ln w="12698">
            <a:solidFill>
              <a:srgbClr val="DDD1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6B4C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6B4C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8B715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#FDF6EE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6B4C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8B715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#C8A882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6B4C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8B715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#A87850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6B4C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8B715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#6B4C2A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DF6EE"/>
          </a:solidFill>
          <a:ln w="12698">
            <a:solidFill>
              <a:srgbClr val="DDD1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B715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#FDF6EE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C8A882"/>
          </a:solidFill>
          <a:ln w="12698">
            <a:solidFill>
              <a:srgbClr val="DDD1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B715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#C8A882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A87850"/>
          </a:solidFill>
          <a:ln w="12698">
            <a:solidFill>
              <a:srgbClr val="DDD1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B715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#A87850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6B4C2A"/>
          </a:solidFill>
          <a:ln w="12698">
            <a:solidFill>
              <a:srgbClr val="DDD1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B715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#6B4C2A</a:t>
            </a:r>
            <a:endParaRPr lang="en-US" sz="1333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A594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19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792032" y="1419027"/>
            <a:ext cx="6604888" cy="839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A59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Isometric 3D Flat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3C38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792032" y="2812852"/>
            <a:ext cx="6604888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A59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Technical · Structured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792032" y="3335139"/>
            <a:ext cx="6604888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877AD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IT architecture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27263D"/>
          </a:solidFill>
          <a:ln w="12698">
            <a:solidFill>
              <a:srgbClr val="3C38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A59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A59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877AD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#1E1E2E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A59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877AD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#7C6FFF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A59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877AD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#4A3FCC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A59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877AD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#6254E8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1E1E2E"/>
          </a:solidFill>
          <a:ln w="12698">
            <a:solidFill>
              <a:srgbClr val="3C38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77AD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#1E1E2E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7C6FFF"/>
          </a:solidFill>
          <a:ln w="12698">
            <a:solidFill>
              <a:srgbClr val="3C38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77AD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#7C6FFF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4A3FCC"/>
          </a:solidFill>
          <a:ln w="12698">
            <a:solidFill>
              <a:srgbClr val="3C38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77AD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#4A3FCC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6254E8"/>
          </a:solidFill>
          <a:ln w="12698">
            <a:solidFill>
              <a:srgbClr val="3C38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77AD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#6254E8</a:t>
            </a:r>
            <a:endParaRPr lang="en-US" sz="1333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0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FFC18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20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4113009" y="1362273"/>
            <a:ext cx="3962933" cy="952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7503"/>
              </a:lnSpc>
              <a:buNone/>
            </a:pPr>
            <a:r>
              <a:rPr lang="en-US" sz="5599" b="1" dirty="0">
                <a:solidFill>
                  <a:srgbClr val="FF9F4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Vaporwave</a:t>
            </a:r>
            <a:endParaRPr lang="en-US" sz="5599" dirty="0"/>
          </a:p>
        </p:txBody>
      </p:sp>
      <p:sp>
        <p:nvSpPr>
          <p:cNvPr id="5" name="Text 3"/>
          <p:cNvSpPr/>
          <p:nvPr/>
        </p:nvSpPr>
        <p:spPr>
          <a:xfrm>
            <a:off x="4232209" y="2586038"/>
            <a:ext cx="3724336" cy="12700"/>
          </a:xfrm>
          <a:prstGeom prst="rect">
            <a:avLst/>
          </a:prstGeom>
          <a:solidFill>
            <a:srgbClr val="4C273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113009" y="2869605"/>
            <a:ext cx="3962933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C18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Dreamy · Subculture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4113009" y="3391892"/>
            <a:ext cx="3962933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CD7D3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Creative agencies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2A1034"/>
          </a:solidFill>
          <a:ln w="12698">
            <a:solidFill>
              <a:srgbClr val="4C273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9F4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9F4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D7D3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#1A0533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9F4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D7D3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#FF9F43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9F4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D7D3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#2A1034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9F4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D7D3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#FFC185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1A0533"/>
          </a:solidFill>
          <a:ln w="12698">
            <a:solidFill>
              <a:srgbClr val="4C273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D7D3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#1A0533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F9F43"/>
          </a:solidFill>
          <a:ln w="12698">
            <a:solidFill>
              <a:srgbClr val="4C273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D7D3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#FF9F43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2A1034"/>
          </a:solidFill>
          <a:ln w="12698">
            <a:solidFill>
              <a:srgbClr val="4C273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D7D3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#2A1034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FFC185"/>
          </a:solidFill>
          <a:ln w="12698">
            <a:solidFill>
              <a:srgbClr val="4C273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D7D3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#FFC185</a:t>
            </a:r>
            <a:endParaRPr lang="en-US" sz="1333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E0A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B8960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21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569078" y="1419027"/>
            <a:ext cx="5050797" cy="839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D4AA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Art Deco Luxe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B8960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569078" y="2812852"/>
            <a:ext cx="5050797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B8960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Gold · Geometric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569078" y="3335139"/>
            <a:ext cx="5050797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A8872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Luxury, gala events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1C1508"/>
          </a:solidFill>
          <a:ln w="12698">
            <a:solidFill>
              <a:srgbClr val="B8960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D4AA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D4AA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A8872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#0E0A05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D4AA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A8872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#B8960C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D4AA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A8872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#D4AA2A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D4AA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A8872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#8A7020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0E0A05"/>
          </a:solidFill>
          <a:ln w="12698">
            <a:solidFill>
              <a:srgbClr val="B8960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872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#0E0A05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B8960C"/>
          </a:solidFill>
          <a:ln w="12698">
            <a:solidFill>
              <a:srgbClr val="B8960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872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#B8960C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D4AA2A"/>
          </a:solidFill>
          <a:ln w="12698">
            <a:solidFill>
              <a:srgbClr val="B8960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872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#D4AA2A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8A7020"/>
          </a:solidFill>
          <a:ln w="12698">
            <a:solidFill>
              <a:srgbClr val="B8960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872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#8A7020</a:t>
            </a:r>
            <a:endParaRPr lang="en-US" sz="1333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4921289" cy="567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66"/>
              </a:lnSpc>
              <a:buNone/>
            </a:pPr>
            <a:r>
              <a:rPr lang="en-US" sz="3333" b="1" dirty="0">
                <a:solidFill>
                  <a:srgbClr val="3A3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Brutalist Newspaper</a:t>
            </a:r>
            <a:endParaRPr lang="en-US" sz="3333" dirty="0"/>
          </a:p>
        </p:txBody>
      </p:sp>
      <p:sp>
        <p:nvSpPr>
          <p:cNvPr id="3" name="Text 1"/>
          <p:cNvSpPr/>
          <p:nvPr/>
        </p:nvSpPr>
        <p:spPr>
          <a:xfrm>
            <a:off x="677098" y="1244402"/>
            <a:ext cx="4921289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1A120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Editorial · Raw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1A120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22 / 92 · builtin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834356"/>
            <a:ext cx="7009044" cy="3533577"/>
          </a:xfrm>
          <a:prstGeom prst="rect">
            <a:avLst/>
          </a:prstGeom>
          <a:solidFill>
            <a:srgbClr val="E5E2DA"/>
          </a:solidFill>
          <a:ln w="12698">
            <a:solidFill>
              <a:srgbClr val="CAC5B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21633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3A3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834356"/>
            <a:ext cx="3588837" cy="2763441"/>
          </a:xfrm>
          <a:prstGeom prst="rect">
            <a:avLst/>
          </a:prstGeom>
          <a:solidFill>
            <a:srgbClr val="E5E2DA"/>
          </a:solidFill>
          <a:ln w="12698">
            <a:solidFill>
              <a:srgbClr val="CAC5B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080941"/>
            <a:ext cx="1748353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Media, research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34731"/>
            <a:ext cx="3588837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3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#F2EFE8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3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#1A1208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3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#3A3020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3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#E5E2DA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34731"/>
            <a:ext cx="821127" cy="236934"/>
          </a:xfrm>
          <a:prstGeom prst="rect">
            <a:avLst/>
          </a:prstGeom>
          <a:solidFill>
            <a:srgbClr val="F2EFE8"/>
          </a:solidFill>
          <a:ln w="12698">
            <a:solidFill>
              <a:srgbClr val="CAC5B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#F2EFE8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34731"/>
            <a:ext cx="821127" cy="236934"/>
          </a:xfrm>
          <a:prstGeom prst="rect">
            <a:avLst/>
          </a:prstGeom>
          <a:solidFill>
            <a:srgbClr val="1A1208"/>
          </a:solidFill>
          <a:ln w="12698">
            <a:solidFill>
              <a:srgbClr val="CAC5B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#1A1208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34731"/>
            <a:ext cx="821127" cy="236934"/>
          </a:xfrm>
          <a:prstGeom prst="rect">
            <a:avLst/>
          </a:prstGeom>
          <a:solidFill>
            <a:srgbClr val="3A3020"/>
          </a:solidFill>
          <a:ln w="12698">
            <a:solidFill>
              <a:srgbClr val="CAC5B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#3A3020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34731"/>
            <a:ext cx="821127" cy="236934"/>
          </a:xfrm>
          <a:prstGeom prst="rect">
            <a:avLst/>
          </a:prstGeom>
          <a:solidFill>
            <a:srgbClr val="E5E2DA"/>
          </a:solidFill>
          <a:ln w="12698">
            <a:solidFill>
              <a:srgbClr val="CAC5B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#E5E2DA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38800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A3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1577779" y="56388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1577779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A3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033549" y="5638800"/>
            <a:ext cx="19685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033549" y="5918200"/>
            <a:ext cx="19685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A3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brutalist-newspaper</a:t>
            </a:r>
            <a:endParaRPr lang="en-US" sz="1333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4200499" cy="567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66"/>
              </a:lnSpc>
              <a:buNone/>
            </a:pPr>
            <a:r>
              <a:rPr lang="en-US" sz="3333" b="1" dirty="0">
                <a:solidFill>
                  <a:srgbClr val="F5D020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Stained Glass Mosaic</a:t>
            </a:r>
            <a:endParaRPr lang="en-US" sz="3333" dirty="0"/>
          </a:p>
        </p:txBody>
      </p:sp>
      <p:sp>
        <p:nvSpPr>
          <p:cNvPr id="3" name="Text 1"/>
          <p:cNvSpPr/>
          <p:nvPr/>
        </p:nvSpPr>
        <p:spPr>
          <a:xfrm>
            <a:off x="677098" y="1244402"/>
            <a:ext cx="4200499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6303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Colorful · Artistic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E630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23 / 92 · builtin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834356"/>
            <a:ext cx="7009044" cy="3533577"/>
          </a:xfrm>
          <a:prstGeom prst="rect">
            <a:avLst/>
          </a:prstGeom>
          <a:solidFill>
            <a:srgbClr val="1A1813"/>
          </a:solidFill>
          <a:ln w="12698">
            <a:solidFill>
              <a:srgbClr val="3E361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21633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5D02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834356"/>
            <a:ext cx="3588837" cy="2763441"/>
          </a:xfrm>
          <a:prstGeom prst="rect">
            <a:avLst/>
          </a:prstGeom>
          <a:solidFill>
            <a:srgbClr val="1A1813"/>
          </a:solidFill>
          <a:ln w="12698">
            <a:solidFill>
              <a:srgbClr val="3E361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080941"/>
            <a:ext cx="1657697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C1A41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Culture, museums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34731"/>
            <a:ext cx="3588837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5D02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1A41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#0A0A12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5D02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1A41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#1A3A6E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5D02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1A41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#E63030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5D02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1A41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#F5D020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34731"/>
            <a:ext cx="821127" cy="236934"/>
          </a:xfrm>
          <a:prstGeom prst="rect">
            <a:avLst/>
          </a:prstGeom>
          <a:solidFill>
            <a:srgbClr val="0A0A12"/>
          </a:solidFill>
          <a:ln w="12698">
            <a:solidFill>
              <a:srgbClr val="3E361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1A41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#0A0A12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34731"/>
            <a:ext cx="821127" cy="236934"/>
          </a:xfrm>
          <a:prstGeom prst="rect">
            <a:avLst/>
          </a:prstGeom>
          <a:solidFill>
            <a:srgbClr val="1A3A6E"/>
          </a:solidFill>
          <a:ln w="12698">
            <a:solidFill>
              <a:srgbClr val="3E361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1A41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#1A3A6E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34731"/>
            <a:ext cx="821127" cy="236934"/>
          </a:xfrm>
          <a:prstGeom prst="rect">
            <a:avLst/>
          </a:prstGeom>
          <a:solidFill>
            <a:srgbClr val="E63030"/>
          </a:solidFill>
          <a:ln w="12698">
            <a:solidFill>
              <a:srgbClr val="3E361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1A41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#E63030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34731"/>
            <a:ext cx="821127" cy="236934"/>
          </a:xfrm>
          <a:prstGeom prst="rect">
            <a:avLst/>
          </a:prstGeom>
          <a:solidFill>
            <a:srgbClr val="F5D020"/>
          </a:solidFill>
          <a:ln w="12698">
            <a:solidFill>
              <a:srgbClr val="3E361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1A41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#F5D020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38800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1A41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5D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serif-editorial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640741" y="56388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1A41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640741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5D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4096512" y="5638800"/>
            <a:ext cx="20721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1A41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4096512" y="5918200"/>
            <a:ext cx="20721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5D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stained-glass-mosaic</a:t>
            </a:r>
            <a:endParaRPr lang="en-US" sz="1333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F5FFF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24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856786" y="1487091"/>
            <a:ext cx="6475381" cy="703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F0FFF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Liquid Blob Morphing</a:t>
            </a:r>
            <a:endParaRPr lang="en-US" sz="4133" dirty="0"/>
          </a:p>
        </p:txBody>
      </p:sp>
      <p:sp>
        <p:nvSpPr>
          <p:cNvPr id="5" name="Text 3"/>
          <p:cNvSpPr/>
          <p:nvPr/>
        </p:nvSpPr>
        <p:spPr>
          <a:xfrm>
            <a:off x="4232209" y="2461220"/>
            <a:ext cx="3724336" cy="12700"/>
          </a:xfrm>
          <a:prstGeom prst="rect">
            <a:avLst/>
          </a:prstGeom>
          <a:solidFill>
            <a:srgbClr val="4151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856786" y="2744788"/>
            <a:ext cx="647538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5FFF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Fluid · Organic Tech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856786" y="3267075"/>
            <a:ext cx="6475381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BFCEC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Biotech, innovation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1F3036"/>
          </a:solidFill>
          <a:ln w="12698">
            <a:solidFill>
              <a:srgbClr val="41515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0FFF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0FFF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BFCEC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#0F2027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0FFF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BFCEC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#F0FFFE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0FFF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BFCEC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#1F3036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0FFF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BFCEC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#F5FFFE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0F2027"/>
          </a:solidFill>
          <a:ln w="12698">
            <a:solidFill>
              <a:srgbClr val="41515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BFCEC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#0F2027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0FFFE"/>
          </a:solidFill>
          <a:ln w="12698">
            <a:solidFill>
              <a:srgbClr val="41515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BFCEC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#F0FFFE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1F3036"/>
          </a:solidFill>
          <a:ln w="12698">
            <a:solidFill>
              <a:srgbClr val="41515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BFCEC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#1F3036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F5FFFE"/>
          </a:solidFill>
          <a:ln w="12698">
            <a:solidFill>
              <a:srgbClr val="41515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BFCEC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#F5FFFE</a:t>
            </a:r>
            <a:endParaRPr lang="en-US" sz="1333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E8344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25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011183" y="1487091"/>
            <a:ext cx="6166586" cy="703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0A0A0A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Memphis Pop Pattern</a:t>
            </a:r>
            <a:endParaRPr lang="en-US" sz="4133" dirty="0"/>
          </a:p>
        </p:txBody>
      </p:sp>
      <p:sp>
        <p:nvSpPr>
          <p:cNvPr id="5" name="Text 3"/>
          <p:cNvSpPr/>
          <p:nvPr/>
        </p:nvSpPr>
        <p:spPr>
          <a:xfrm>
            <a:off x="4232209" y="2461220"/>
            <a:ext cx="3724336" cy="12700"/>
          </a:xfrm>
          <a:prstGeom prst="rect">
            <a:avLst/>
          </a:prstGeom>
          <a:solidFill>
            <a:srgbClr val="C9C1B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011183" y="2744788"/>
            <a:ext cx="6166586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834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80s · Geometric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011183" y="3267075"/>
            <a:ext cx="6166586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03E3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Fashion, lifestyle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EEE5D1"/>
          </a:solidFill>
          <a:ln w="12698">
            <a:solidFill>
              <a:srgbClr val="C9C1B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03E3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#FFF5E0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03E3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#E8344A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03E3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#1E90FF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03E3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#22BB88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FF5E0"/>
          </a:solidFill>
          <a:ln w="12698">
            <a:solidFill>
              <a:srgbClr val="C9C1B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3E3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#FFF5E0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E8344A"/>
          </a:solidFill>
          <a:ln w="12698">
            <a:solidFill>
              <a:srgbClr val="C9C1B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3E3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#E8344A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1E90FF"/>
          </a:solidFill>
          <a:ln w="12698">
            <a:solidFill>
              <a:srgbClr val="C9C1B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3E3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#1E90FF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22BB88"/>
          </a:solidFill>
          <a:ln w="12698">
            <a:solidFill>
              <a:srgbClr val="C9C1B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3E3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#22BB88</a:t>
            </a:r>
            <a:endParaRPr lang="en-US" sz="1333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2319353" cy="363934"/>
          </a:xfrm>
          <a:prstGeom prst="rect">
            <a:avLst/>
          </a:prstGeom>
          <a:solidFill>
            <a:srgbClr val="E3F5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26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064544"/>
            <a:ext cx="5947030" cy="15882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253"/>
              </a:lnSpc>
              <a:buNone/>
            </a:pPr>
            <a:r>
              <a:rPr lang="en-US" sz="4666" b="1" dirty="0">
                <a:solidFill>
                  <a:srgbClr val="D4F0B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Dark Forest Nature</a:t>
            </a:r>
            <a:endParaRPr lang="en-US" sz="4666" dirty="0"/>
          </a:p>
        </p:txBody>
      </p:sp>
      <p:sp>
        <p:nvSpPr>
          <p:cNvPr id="5" name="Text 3"/>
          <p:cNvSpPr/>
          <p:nvPr/>
        </p:nvSpPr>
        <p:spPr>
          <a:xfrm>
            <a:off x="677098" y="3889772"/>
            <a:ext cx="1625194" cy="67667"/>
          </a:xfrm>
          <a:prstGeom prst="rect">
            <a:avLst/>
          </a:prstGeom>
          <a:solidFill>
            <a:srgbClr val="E3F5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4160639"/>
            <a:ext cx="594703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3F5C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Mysterious · Atmospheric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38602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002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D4F0B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1577779" y="5638602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1577779" y="5918002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D4F0B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033549" y="5638602"/>
            <a:ext cx="18649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033549" y="5918002"/>
            <a:ext cx="18649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D4F0B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dark-forest-nature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1B391F"/>
          </a:solidFill>
          <a:ln w="12698">
            <a:solidFill>
              <a:srgbClr val="39563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1963737"/>
            <a:ext cx="4077062" cy="151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D4F0B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684587"/>
            <a:ext cx="4077062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Eco premium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D4F0B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#060E08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D4F0B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#D4F0B0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D4F0B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#0D2B14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D4F0B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#1B391F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060E08"/>
          </a:solidFill>
          <a:ln w="12698">
            <a:solidFill>
              <a:srgbClr val="39563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#060E08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D4F0B0"/>
          </a:solidFill>
          <a:ln w="12698">
            <a:solidFill>
              <a:srgbClr val="39563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#D4F0B0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0D2B14"/>
          </a:solidFill>
          <a:ln w="12698">
            <a:solidFill>
              <a:srgbClr val="39563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#0D2B14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1B391F"/>
          </a:solidFill>
          <a:ln w="12698">
            <a:solidFill>
              <a:srgbClr val="39563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#1B391F</a:t>
            </a:r>
            <a:endParaRPr lang="en-US" sz="1333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2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5957350" cy="567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66"/>
              </a:lnSpc>
              <a:buNone/>
            </a:pPr>
            <a:r>
              <a:rPr lang="en-US" sz="3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Architectural Blueprint</a:t>
            </a:r>
            <a:endParaRPr lang="en-US" sz="3333" dirty="0"/>
          </a:p>
        </p:txBody>
      </p:sp>
      <p:sp>
        <p:nvSpPr>
          <p:cNvPr id="3" name="Text 1"/>
          <p:cNvSpPr/>
          <p:nvPr/>
        </p:nvSpPr>
        <p:spPr>
          <a:xfrm>
            <a:off x="677098" y="1244402"/>
            <a:ext cx="595735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Technical · Precise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27 / 92 · builtin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834356"/>
            <a:ext cx="7009044" cy="3533577"/>
          </a:xfrm>
          <a:prstGeom prst="rect">
            <a:avLst/>
          </a:prstGeom>
          <a:solidFill>
            <a:srgbClr val="1E314D"/>
          </a:solidFill>
          <a:ln w="12698">
            <a:solidFill>
              <a:srgbClr val="42536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21633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834356"/>
            <a:ext cx="3588837" cy="2763441"/>
          </a:xfrm>
          <a:prstGeom prst="rect">
            <a:avLst/>
          </a:prstGeom>
          <a:solidFill>
            <a:srgbClr val="1E314D"/>
          </a:solidFill>
          <a:ln w="12698">
            <a:solidFill>
              <a:srgbClr val="42536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080941"/>
            <a:ext cx="1398682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Architecture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34731"/>
            <a:ext cx="3588837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#0D2240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#1E314D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#42536A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34731"/>
            <a:ext cx="821127" cy="236934"/>
          </a:xfrm>
          <a:prstGeom prst="rect">
            <a:avLst/>
          </a:prstGeom>
          <a:solidFill>
            <a:srgbClr val="0D2240"/>
          </a:solidFill>
          <a:ln w="12698">
            <a:solidFill>
              <a:srgbClr val="42536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#0D2240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34731"/>
            <a:ext cx="821127" cy="236934"/>
          </a:xfrm>
          <a:prstGeom prst="rect">
            <a:avLst/>
          </a:prstGeom>
          <a:solidFill>
            <a:srgbClr val="1E314D"/>
          </a:solidFill>
          <a:ln w="12698">
            <a:solidFill>
              <a:srgbClr val="42536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#1E314D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34731"/>
            <a:ext cx="82112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42536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34731"/>
            <a:ext cx="821127" cy="236934"/>
          </a:xfrm>
          <a:prstGeom prst="rect">
            <a:avLst/>
          </a:prstGeom>
          <a:solidFill>
            <a:srgbClr val="42536A"/>
          </a:solidFill>
          <a:ln w="12698">
            <a:solidFill>
              <a:srgbClr val="42536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#42536A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38800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1577779" y="56388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1577779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033549" y="5638800"/>
            <a:ext cx="23829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033549" y="5918200"/>
            <a:ext cx="23829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architectural-blueprint</a:t>
            </a:r>
            <a:endParaRPr lang="en-US" sz="1333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8DD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2319353" cy="363934"/>
          </a:xfrm>
          <a:prstGeom prst="rect">
            <a:avLst/>
          </a:prstGeom>
          <a:solidFill>
            <a:srgbClr val="E830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28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064544"/>
            <a:ext cx="5947030" cy="15882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253"/>
              </a:lnSpc>
              <a:buNone/>
            </a:pPr>
            <a:r>
              <a:rPr lang="en-US" sz="4666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Maximalist Collage</a:t>
            </a:r>
            <a:endParaRPr lang="en-US" sz="4666" dirty="0"/>
          </a:p>
        </p:txBody>
      </p:sp>
      <p:sp>
        <p:nvSpPr>
          <p:cNvPr id="5" name="Text 3"/>
          <p:cNvSpPr/>
          <p:nvPr/>
        </p:nvSpPr>
        <p:spPr>
          <a:xfrm>
            <a:off x="677098" y="3889772"/>
            <a:ext cx="1625194" cy="67667"/>
          </a:xfrm>
          <a:prstGeom prst="rect">
            <a:avLst/>
          </a:prstGeom>
          <a:solidFill>
            <a:srgbClr val="E830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4160639"/>
            <a:ext cx="594703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830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Energetic · Layered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38602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002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1577779" y="5638602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1577779" y="5918002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033549" y="5638602"/>
            <a:ext cx="18649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033549" y="5918002"/>
            <a:ext cx="18649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maximalist-collage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DACFC3"/>
          </a:solidFill>
          <a:ln w="12698">
            <a:solidFill>
              <a:srgbClr val="BBB2A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1963737"/>
            <a:ext cx="4077062" cy="151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684587"/>
            <a:ext cx="4077062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Advertising, fashion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#E8DDD0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#E83030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#F5D020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E8DDD0"/>
          </a:solidFill>
          <a:ln w="12698">
            <a:solidFill>
              <a:srgbClr val="BBB2A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#E8DDD0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E83030"/>
          </a:solidFill>
          <a:ln w="12698">
            <a:solidFill>
              <a:srgbClr val="BBB2A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#E83030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BBB2A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F5D020"/>
          </a:solidFill>
          <a:ln w="12698">
            <a:solidFill>
              <a:srgbClr val="BBB2A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#F5D020</a:t>
            </a:r>
            <a:endParaRPr lang="en-US" sz="1333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305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59DB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29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533017" y="1487091"/>
            <a:ext cx="7122919" cy="703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00C8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SciFi Holographic Data</a:t>
            </a:r>
            <a:endParaRPr lang="en-US" sz="4133" dirty="0"/>
          </a:p>
        </p:txBody>
      </p:sp>
      <p:sp>
        <p:nvSpPr>
          <p:cNvPr id="5" name="Text 3"/>
          <p:cNvSpPr/>
          <p:nvPr/>
        </p:nvSpPr>
        <p:spPr>
          <a:xfrm>
            <a:off x="4232209" y="2461220"/>
            <a:ext cx="3724336" cy="12700"/>
          </a:xfrm>
          <a:prstGeom prst="rect">
            <a:avLst/>
          </a:prstGeom>
          <a:solidFill>
            <a:srgbClr val="0230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533017" y="2744788"/>
            <a:ext cx="7122919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59DB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Hologram · HUD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533017" y="3267075"/>
            <a:ext cx="7122919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019D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AI, quantum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03131E"/>
          </a:solidFill>
          <a:ln w="12698">
            <a:solidFill>
              <a:srgbClr val="0230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0C8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0C8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019D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#03050D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0C8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019D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#00C8FF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0C8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019D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#03131E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0C8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019D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#59DBFF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03050D"/>
          </a:solidFill>
          <a:ln w="12698">
            <a:solidFill>
              <a:srgbClr val="0230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019D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#03050D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00C8FF"/>
          </a:solidFill>
          <a:ln w="12698">
            <a:solidFill>
              <a:srgbClr val="0230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019D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#00C8FF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03131E"/>
          </a:solidFill>
          <a:ln w="12698">
            <a:solidFill>
              <a:srgbClr val="0230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019D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#03131E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59DBFF"/>
          </a:solidFill>
          <a:ln w="12698">
            <a:solidFill>
              <a:srgbClr val="0230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019D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#59DBFF</a:t>
            </a:r>
            <a:endParaRPr lang="en-US" sz="1333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E8344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30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180555" y="1419027"/>
            <a:ext cx="5827843" cy="839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0D5C9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Risograph Print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C4D1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180555" y="2812852"/>
            <a:ext cx="5827843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8344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CMYK · Indie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180555" y="3335139"/>
            <a:ext cx="5827843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07DA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Publishing, art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E7E8E3"/>
          </a:solidFill>
          <a:ln w="12698">
            <a:solidFill>
              <a:srgbClr val="C4D1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D5C9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D5C9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07DA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#F7F2E8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D5C9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07DA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#E8344A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D5C9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07DA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#0D5C9E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D5C9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07DA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#F5D020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7F2E8"/>
          </a:solidFill>
          <a:ln w="12698">
            <a:solidFill>
              <a:srgbClr val="C4D1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7DA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#F7F2E8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E8344A"/>
          </a:solidFill>
          <a:ln w="12698">
            <a:solidFill>
              <a:srgbClr val="C4D1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7DA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#E8344A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0D5C9E"/>
          </a:solidFill>
          <a:ln w="12698">
            <a:solidFill>
              <a:srgbClr val="C4D1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7DA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#0D5C9E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F5D020"/>
          </a:solidFill>
          <a:ln w="12698">
            <a:solidFill>
              <a:srgbClr val="C4D1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7DA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#F5D020</a:t>
            </a:r>
            <a:endParaRPr lang="en-US" sz="1333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4343766" cy="680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Minimal</a:t>
            </a:r>
            <a:endParaRPr lang="en-US" sz="3999" dirty="0"/>
          </a:p>
        </p:txBody>
      </p:sp>
      <p:sp>
        <p:nvSpPr>
          <p:cNvPr id="3" name="Text 1"/>
          <p:cNvSpPr/>
          <p:nvPr/>
        </p:nvSpPr>
        <p:spPr>
          <a:xfrm>
            <a:off x="677098" y="1357908"/>
            <a:ext cx="4343766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Refined · Business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31 / 92 · builtin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947862"/>
            <a:ext cx="7009044" cy="3445470"/>
          </a:xfrm>
          <a:prstGeom prst="rect">
            <a:avLst/>
          </a:prstGeom>
          <a:solidFill>
            <a:srgbClr val="E6E6E1"/>
          </a:solidFill>
          <a:ln w="12698">
            <a:solidFill>
              <a:srgbClr val="D4D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91086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947862"/>
            <a:ext cx="3588837" cy="2675334"/>
          </a:xfrm>
          <a:prstGeom prst="rect">
            <a:avLst/>
          </a:prstGeom>
          <a:solidFill>
            <a:srgbClr val="E6E6E1"/>
          </a:solidFill>
          <a:ln w="12698">
            <a:solidFill>
              <a:srgbClr val="D4D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150394"/>
            <a:ext cx="2085073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A4A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Business presentations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A4A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#F5F5F0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A4A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#E8E8E3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A4A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#1A1A1A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A4A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#666666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F5F5F0"/>
          </a:solidFill>
          <a:ln w="12698">
            <a:solidFill>
              <a:srgbClr val="D4D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A4A4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#F5F5F0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E8E8E3"/>
          </a:solidFill>
          <a:ln w="12698">
            <a:solidFill>
              <a:srgbClr val="D4D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A4A4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#E8E8E3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D4D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A4A4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666666"/>
          </a:solidFill>
          <a:ln w="12698">
            <a:solidFill>
              <a:srgbClr val="D4D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A4A4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#666666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A4A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336017" y="5664200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A4A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336017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791788" y="5664200"/>
            <a:ext cx="176130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A4A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791788" y="5918200"/>
            <a:ext cx="176130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executive-minimal</a:t>
            </a:r>
            <a:endParaRPr lang="en-US" sz="1333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B8C4B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4240160" cy="680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Sage Professional</a:t>
            </a:r>
            <a:endParaRPr lang="en-US" sz="3999" dirty="0"/>
          </a:p>
        </p:txBody>
      </p:sp>
      <p:sp>
        <p:nvSpPr>
          <p:cNvPr id="3" name="Text 1"/>
          <p:cNvSpPr/>
          <p:nvPr/>
        </p:nvSpPr>
        <p:spPr>
          <a:xfrm>
            <a:off x="677098" y="1357908"/>
            <a:ext cx="424016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2D2D2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Calm · Trustworthy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2D2D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32 / 92 · builtin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947862"/>
            <a:ext cx="7009044" cy="3445470"/>
          </a:xfrm>
          <a:prstGeom prst="rect">
            <a:avLst/>
          </a:prstGeom>
          <a:solidFill>
            <a:srgbClr val="F8FAF8"/>
          </a:solidFill>
          <a:ln w="12698">
            <a:solidFill>
              <a:srgbClr val="9AA8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91086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947862"/>
            <a:ext cx="3588837" cy="2675334"/>
          </a:xfrm>
          <a:prstGeom prst="rect">
            <a:avLst/>
          </a:prstGeom>
          <a:solidFill>
            <a:srgbClr val="F8FAF8"/>
          </a:solidFill>
          <a:ln w="12698">
            <a:solidFill>
              <a:srgbClr val="9AA8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150394"/>
            <a:ext cx="1968516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3D3F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Consulting, healthcare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3D3F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#B8C4B8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3D3F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#A3B0A3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3D3F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#F8FAF8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3D3F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#1A1A1A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B8C4B8"/>
          </a:solidFill>
          <a:ln w="12698">
            <a:solidFill>
              <a:srgbClr val="9AA8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D3F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#B8C4B8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A3B0A3"/>
          </a:solidFill>
          <a:ln w="12698">
            <a:solidFill>
              <a:srgbClr val="9AA8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D3F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#A3B0A3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F8FAF8"/>
          </a:solidFill>
          <a:ln w="12698">
            <a:solidFill>
              <a:srgbClr val="9AA8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D3F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#F8FAF8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9AA8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D3F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D3F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336017" y="5664200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D3F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336017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791788" y="5664200"/>
            <a:ext cx="176130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D3F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791788" y="5918200"/>
            <a:ext cx="176130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sage-professional</a:t>
            </a:r>
            <a:endParaRPr lang="en-US" sz="1333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3846376" cy="771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074"/>
              </a:lnSpc>
              <a:buNone/>
            </a:pPr>
            <a:r>
              <a:rPr lang="en-US" sz="45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Modern Dark</a:t>
            </a:r>
            <a:endParaRPr lang="en-US" sz="4533" dirty="0"/>
          </a:p>
        </p:txBody>
      </p:sp>
      <p:sp>
        <p:nvSpPr>
          <p:cNvPr id="3" name="Text 1"/>
          <p:cNvSpPr/>
          <p:nvPr/>
        </p:nvSpPr>
        <p:spPr>
          <a:xfrm>
            <a:off x="677098" y="1448594"/>
            <a:ext cx="3846376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High-impact · Dramatic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33 / 92 · builtin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2038548"/>
            <a:ext cx="7009044" cy="3329384"/>
          </a:xfrm>
          <a:prstGeom prst="rect">
            <a:avLst/>
          </a:prstGeom>
          <a:solidFill>
            <a:srgbClr val="252525"/>
          </a:solidFill>
          <a:ln w="12698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323828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2038548"/>
            <a:ext cx="3588837" cy="2559248"/>
          </a:xfrm>
          <a:prstGeom prst="rect">
            <a:avLst/>
          </a:prstGeom>
          <a:solidFill>
            <a:srgbClr val="252525"/>
          </a:solidFill>
          <a:ln w="12698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183136"/>
            <a:ext cx="1981467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Tech talks, demos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34731"/>
            <a:ext cx="3588837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#0F0F0F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#252525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34731"/>
            <a:ext cx="821127" cy="236934"/>
          </a:xfrm>
          <a:prstGeom prst="rect">
            <a:avLst/>
          </a:prstGeom>
          <a:solidFill>
            <a:srgbClr val="0F0F0F"/>
          </a:solidFill>
          <a:ln w="12698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#0F0F0F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34731"/>
            <a:ext cx="821127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34731"/>
            <a:ext cx="821127" cy="236934"/>
          </a:xfrm>
          <a:prstGeom prst="rect">
            <a:avLst/>
          </a:prstGeom>
          <a:solidFill>
            <a:srgbClr val="252525"/>
          </a:solidFill>
          <a:ln w="12698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#252525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34731"/>
            <a:ext cx="82112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38800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1577779" y="56388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1577779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033549" y="5638800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033549" y="5918200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modern-dark</a:t>
            </a:r>
            <a:endParaRPr lang="en-US" sz="1333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3546080" cy="680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1E2A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Corporate Blue</a:t>
            </a:r>
            <a:endParaRPr lang="en-US" sz="3999" dirty="0"/>
          </a:p>
        </p:txBody>
      </p:sp>
      <p:sp>
        <p:nvSpPr>
          <p:cNvPr id="3" name="Text 1"/>
          <p:cNvSpPr/>
          <p:nvPr/>
        </p:nvSpPr>
        <p:spPr>
          <a:xfrm>
            <a:off x="677098" y="1357908"/>
            <a:ext cx="354608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Traditional · Professional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34 / 92 · builtin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947862"/>
            <a:ext cx="7009044" cy="3445470"/>
          </a:xfrm>
          <a:prstGeom prst="rect">
            <a:avLst/>
          </a:prstGeom>
          <a:solidFill>
            <a:srgbClr val="EFF0F1"/>
          </a:solidFill>
          <a:ln w="12698">
            <a:solidFill>
              <a:srgbClr val="E2E8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91086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E2A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947862"/>
            <a:ext cx="3588837" cy="2675334"/>
          </a:xfrm>
          <a:prstGeom prst="rect">
            <a:avLst/>
          </a:prstGeom>
          <a:solidFill>
            <a:srgbClr val="EFF0F1"/>
          </a:solidFill>
          <a:ln w="12698">
            <a:solidFill>
              <a:srgbClr val="E2E8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150394"/>
            <a:ext cx="1670648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5059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Enterprise, reports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E2A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059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E2A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059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#F7F9FC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E2A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059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#1E2A3A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E2A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059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#5A6B7D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E2E8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0596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F7F9FC"/>
          </a:solidFill>
          <a:ln w="12698">
            <a:solidFill>
              <a:srgbClr val="E2E8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0596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#F7F9FC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1E2A3A"/>
          </a:solidFill>
          <a:ln w="12698">
            <a:solidFill>
              <a:srgbClr val="E2E8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0596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#1E2A3A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5A6B7D"/>
          </a:solidFill>
          <a:ln w="12698">
            <a:solidFill>
              <a:srgbClr val="E2E8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0596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#5A6B7D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059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E2A3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336017" y="5664200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059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336017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E2A3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791788" y="5664200"/>
            <a:ext cx="1450485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059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791788" y="5918200"/>
            <a:ext cx="145048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E2A3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corporate-blue</a:t>
            </a:r>
            <a:endParaRPr lang="en-US" sz="1333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DDD8D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C45A3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35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5A575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BUILTIN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8167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431"/>
              </a:lnSpc>
              <a:buNone/>
            </a:pPr>
            <a:r>
              <a:rPr lang="en-US" sz="4799" b="1" dirty="0">
                <a:solidFill>
                  <a:srgbClr val="2D2A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Warm Neutral</a:t>
            </a:r>
            <a:endParaRPr lang="en-US" sz="4799" dirty="0"/>
          </a:p>
        </p:txBody>
      </p:sp>
      <p:sp>
        <p:nvSpPr>
          <p:cNvPr id="6" name="Text 4"/>
          <p:cNvSpPr/>
          <p:nvPr/>
        </p:nvSpPr>
        <p:spPr>
          <a:xfrm>
            <a:off x="2200518" y="1527969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C45A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Warm · Approachable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101181"/>
            <a:ext cx="9311336" cy="1258094"/>
          </a:xfrm>
          <a:prstGeom prst="rect">
            <a:avLst/>
          </a:prstGeom>
          <a:solidFill>
            <a:srgbClr val="ECEAE7"/>
          </a:solidFill>
          <a:ln w="12698">
            <a:solidFill>
              <a:srgbClr val="DDD8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350816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2D2A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446987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D2A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A57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#FAF8F5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D2A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A57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#F0EBE3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D2A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A57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#2D2A26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D2A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A57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#6B6560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1041338" cy="236934"/>
          </a:xfrm>
          <a:prstGeom prst="rect">
            <a:avLst/>
          </a:prstGeom>
          <a:solidFill>
            <a:srgbClr val="FAF8F5"/>
          </a:solidFill>
          <a:ln w="12698">
            <a:solidFill>
              <a:srgbClr val="DDD8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106216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A575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#FAF8F5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343431" y="5613400"/>
            <a:ext cx="1041338" cy="236934"/>
          </a:xfrm>
          <a:prstGeom prst="rect">
            <a:avLst/>
          </a:prstGeom>
          <a:solidFill>
            <a:srgbClr val="F0EBE3"/>
          </a:solidFill>
          <a:ln w="12698">
            <a:solidFill>
              <a:srgbClr val="DDD8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343431" y="5918002"/>
            <a:ext cx="106216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A575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#F0EBE3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4486344" y="5613400"/>
            <a:ext cx="1041338" cy="236934"/>
          </a:xfrm>
          <a:prstGeom prst="rect">
            <a:avLst/>
          </a:prstGeom>
          <a:solidFill>
            <a:srgbClr val="2D2A26"/>
          </a:solidFill>
          <a:ln w="12698">
            <a:solidFill>
              <a:srgbClr val="DDD8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486344" y="5918002"/>
            <a:ext cx="106216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A575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#2D2A26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5629256" y="5613400"/>
            <a:ext cx="1041338" cy="236934"/>
          </a:xfrm>
          <a:prstGeom prst="rect">
            <a:avLst/>
          </a:prstGeom>
          <a:solidFill>
            <a:srgbClr val="6B6560"/>
          </a:solidFill>
          <a:ln w="12698">
            <a:solidFill>
              <a:srgbClr val="DDD8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629256" y="5918002"/>
            <a:ext cx="106216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A575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#6B6560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7076694" y="5664002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A57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7076694" y="5918002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D2A2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8735614" y="5664002"/>
            <a:ext cx="113966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A57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8735614" y="59180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D2A2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10292959" y="5664002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A57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292959" y="5918002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D2A2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warm-neutral</a:t>
            </a:r>
            <a:endParaRPr lang="en-US" sz="1333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0B5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36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6B728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VARIANT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8167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431"/>
              </a:lnSpc>
              <a:buNone/>
            </a:pPr>
            <a:r>
              <a:rPr lang="en-US" sz="4799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컨설팅 정밀그리드</a:t>
            </a:r>
            <a:endParaRPr lang="en-US" sz="4799" dirty="0"/>
          </a:p>
        </p:txBody>
      </p:sp>
      <p:sp>
        <p:nvSpPr>
          <p:cNvPr id="6" name="Text 4"/>
          <p:cNvSpPr/>
          <p:nvPr/>
        </p:nvSpPr>
        <p:spPr>
          <a:xfrm>
            <a:off x="2200518" y="1527969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B5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mono · minimal-sans · strict-grid · dense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101181"/>
            <a:ext cx="9311336" cy="1258094"/>
          </a:xfrm>
          <a:prstGeom prst="rect">
            <a:avLst/>
          </a:prstGeom>
          <a:solidFill>
            <a:srgbClr val="F4F5F7"/>
          </a:solidFill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350816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2743109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#F4F5F7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#1A1A1A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#6B7280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609646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62183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728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2911739" y="5613400"/>
            <a:ext cx="609646" cy="236934"/>
          </a:xfrm>
          <a:prstGeom prst="rect">
            <a:avLst/>
          </a:prstGeom>
          <a:solidFill>
            <a:srgbClr val="F4F5F7"/>
          </a:solidFill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911739" y="5918002"/>
            <a:ext cx="62183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728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#F4F5F7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3622960" y="5613400"/>
            <a:ext cx="609646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622960" y="5918002"/>
            <a:ext cx="62183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728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4334180" y="5613400"/>
            <a:ext cx="609646" cy="236934"/>
          </a:xfrm>
          <a:prstGeom prst="rect">
            <a:avLst/>
          </a:prstGeom>
          <a:solidFill>
            <a:srgbClr val="6B7280"/>
          </a:solidFill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334180" y="5918002"/>
            <a:ext cx="62183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728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#6B7280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5349926" y="5664002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5349926" y="5918002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7008846" y="5664002"/>
            <a:ext cx="113966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7008846" y="59180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8566191" y="5664002"/>
            <a:ext cx="300457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8566191" y="5918002"/>
            <a:ext cx="300457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ppt-consulting-precision-grid</a:t>
            </a:r>
            <a:endParaRPr lang="en-US" sz="1333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2319353" cy="363934"/>
          </a:xfrm>
          <a:prstGeom prst="rect">
            <a:avLst/>
          </a:prstGeom>
          <a:solidFill>
            <a:srgbClr val="0071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37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786930"/>
            <a:ext cx="11051451" cy="10209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39"/>
              </a:lnSpc>
              <a:buNone/>
            </a:pPr>
            <a:r>
              <a:rPr lang="en-US" sz="5999" b="1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Keynote 미니멀 풀블리드</a:t>
            </a:r>
            <a:endParaRPr lang="en-US" sz="5999" dirty="0"/>
          </a:p>
        </p:txBody>
      </p:sp>
      <p:sp>
        <p:nvSpPr>
          <p:cNvPr id="5" name="Text 3"/>
          <p:cNvSpPr/>
          <p:nvPr/>
        </p:nvSpPr>
        <p:spPr>
          <a:xfrm>
            <a:off x="677098" y="3078758"/>
            <a:ext cx="2031492" cy="67667"/>
          </a:xfrm>
          <a:prstGeom prst="rect">
            <a:avLst/>
          </a:prstGeom>
          <a:solidFill>
            <a:srgbClr val="0071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383359"/>
            <a:ext cx="1105145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071E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mono · minimal-sans · full-bleed · airy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4617442"/>
            <a:ext cx="638938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516719" y="4843066"/>
            <a:ext cx="3995135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F4F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F4F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#000000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F4F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#1D1D1F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F4F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#86868B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16719" y="4843066"/>
            <a:ext cx="922702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CDCDC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1671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F4F5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8540995" y="4843066"/>
            <a:ext cx="922702" cy="236934"/>
          </a:xfrm>
          <a:prstGeom prst="rect">
            <a:avLst/>
          </a:prstGeom>
          <a:solidFill>
            <a:srgbClr val="000000"/>
          </a:solidFill>
          <a:ln w="12698">
            <a:solidFill>
              <a:srgbClr val="CDCDC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40995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F4F5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#000000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9565272" y="4843066"/>
            <a:ext cx="922702" cy="236934"/>
          </a:xfrm>
          <a:prstGeom prst="rect">
            <a:avLst/>
          </a:prstGeom>
          <a:solidFill>
            <a:srgbClr val="1D1D1F"/>
          </a:solidFill>
          <a:ln w="12698">
            <a:solidFill>
              <a:srgbClr val="CDCDC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65272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F4F5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#1D1D1F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0589549" y="4843066"/>
            <a:ext cx="922702" cy="236934"/>
          </a:xfrm>
          <a:prstGeom prst="rect">
            <a:avLst/>
          </a:prstGeom>
          <a:solidFill>
            <a:srgbClr val="86868B"/>
          </a:solidFill>
          <a:ln w="12698">
            <a:solidFill>
              <a:srgbClr val="CDCDC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8954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F4F5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#86868B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677098" y="5748933"/>
            <a:ext cx="300457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71E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ppt-keynote-minimal-fullbleed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9518453" y="5761633"/>
            <a:ext cx="203327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4F4F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minimal-sans · full-bleed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0" y="6688733"/>
            <a:ext cx="12188952" cy="169267"/>
          </a:xfrm>
          <a:prstGeom prst="rect">
            <a:avLst/>
          </a:prstGeom>
          <a:solidFill>
            <a:srgbClr val="0071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1B66C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38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5C647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NEW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8167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431"/>
              </a:lnSpc>
              <a:buNone/>
            </a:pPr>
            <a:r>
              <a:rPr lang="en-US" sz="4799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한국 정책보고서 네이비</a:t>
            </a:r>
            <a:endParaRPr lang="en-US" sz="4799" dirty="0"/>
          </a:p>
        </p:txBody>
      </p:sp>
      <p:sp>
        <p:nvSpPr>
          <p:cNvPr id="6" name="Text 4"/>
          <p:cNvSpPr/>
          <p:nvPr/>
        </p:nvSpPr>
        <p:spPr>
          <a:xfrm>
            <a:off x="2200518" y="1527969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1B66C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dark · minimal-sans · strict-grid · balanced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101181"/>
            <a:ext cx="9311336" cy="1258094"/>
          </a:xfrm>
          <a:prstGeom prst="rect">
            <a:avLst/>
          </a:prstGeom>
          <a:solidFill>
            <a:srgbClr val="E8F1FB"/>
          </a:solidFill>
          <a:ln w="12698">
            <a:solidFill>
              <a:srgbClr val="C5D2E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350816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3555706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#E8F1FB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#1A1A1A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#5C6470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812795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C5D2E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82905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47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114888" y="5613400"/>
            <a:ext cx="812795" cy="236934"/>
          </a:xfrm>
          <a:prstGeom prst="rect">
            <a:avLst/>
          </a:prstGeom>
          <a:solidFill>
            <a:srgbClr val="E8F1FB"/>
          </a:solidFill>
          <a:ln w="12698">
            <a:solidFill>
              <a:srgbClr val="C5D2E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114888" y="5918002"/>
            <a:ext cx="82905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47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#E8F1FB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4029258" y="5613400"/>
            <a:ext cx="812795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C5D2E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029258" y="5918002"/>
            <a:ext cx="82905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47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4943628" y="5613400"/>
            <a:ext cx="812795" cy="236934"/>
          </a:xfrm>
          <a:prstGeom prst="rect">
            <a:avLst/>
          </a:prstGeom>
          <a:solidFill>
            <a:srgbClr val="5C6470"/>
          </a:solidFill>
          <a:ln w="12698">
            <a:solidFill>
              <a:srgbClr val="C5D2E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943628" y="5918002"/>
            <a:ext cx="82905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47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#5C6470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6162523" y="5664002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162523" y="5918002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7821443" y="5664002"/>
            <a:ext cx="113966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7821443" y="59180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9378788" y="5664002"/>
            <a:ext cx="2175728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9378788" y="5918002"/>
            <a:ext cx="217572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ppt-korea-policy-navy</a:t>
            </a:r>
            <a:endParaRPr lang="en-US" sz="1333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C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2319353" cy="363934"/>
          </a:xfrm>
          <a:prstGeom prst="rect">
            <a:avLst/>
          </a:prstGeom>
          <a:solidFill>
            <a:srgbClr val="3DF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39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405062"/>
            <a:ext cx="5947030" cy="907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146"/>
              </a:lnSpc>
              <a:buNone/>
            </a:pPr>
            <a:r>
              <a:rPr lang="en-US" sz="5333" b="1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다크모드 테크</a:t>
            </a:r>
            <a:endParaRPr lang="en-US" sz="5333" dirty="0"/>
          </a:p>
        </p:txBody>
      </p:sp>
      <p:sp>
        <p:nvSpPr>
          <p:cNvPr id="5" name="Text 3"/>
          <p:cNvSpPr/>
          <p:nvPr/>
        </p:nvSpPr>
        <p:spPr>
          <a:xfrm>
            <a:off x="677098" y="3549452"/>
            <a:ext cx="1625194" cy="67667"/>
          </a:xfrm>
          <a:prstGeom prst="rect">
            <a:avLst/>
          </a:prstGeom>
          <a:solidFill>
            <a:srgbClr val="3DF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820319"/>
            <a:ext cx="594703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dark · mono · asymmetric · balanced · snappy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38800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200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1577779" y="56388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1577779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033549" y="5638800"/>
            <a:ext cx="13468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033549" y="5918200"/>
            <a:ext cx="13468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ppt-dark-tech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1828602"/>
            <a:ext cx="4077062" cy="151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549452"/>
            <a:ext cx="4077062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related · modern-dark, cyberpunk-outline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#0C0D10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#16181D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#E4E6EB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#8A8F9A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0C0D10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#0C0D10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#16181D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E4E6EB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#E4E6EB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8A8F9A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#8A8F9A</a:t>
            </a:r>
            <a:endParaRPr lang="en-US" sz="1333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EC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845404" cy="363934"/>
          </a:xfrm>
          <a:prstGeom prst="rect">
            <a:avLst/>
          </a:prstGeom>
          <a:solidFill>
            <a:srgbClr val="E8654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40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417763"/>
            <a:ext cx="5947030" cy="907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146"/>
              </a:lnSpc>
              <a:buNone/>
            </a:pPr>
            <a:r>
              <a:rPr lang="en-US" sz="5333" b="1" dirty="0">
                <a:solidFill>
                  <a:srgbClr val="2B2724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핸드드로운 스케치</a:t>
            </a:r>
            <a:endParaRPr lang="en-US" sz="5333" dirty="0"/>
          </a:p>
        </p:txBody>
      </p:sp>
      <p:sp>
        <p:nvSpPr>
          <p:cNvPr id="5" name="Text 3"/>
          <p:cNvSpPr/>
          <p:nvPr/>
        </p:nvSpPr>
        <p:spPr>
          <a:xfrm>
            <a:off x="677098" y="3562152"/>
            <a:ext cx="1625194" cy="67667"/>
          </a:xfrm>
          <a:prstGeom prst="rect">
            <a:avLst/>
          </a:prstGeom>
          <a:solidFill>
            <a:srgbClr val="E8654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833019"/>
            <a:ext cx="594703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865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earth · mixed · asymmetric · balanced · playful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64200"/>
            <a:ext cx="51803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A72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200"/>
            <a:ext cx="51803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B27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mixed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1624995" y="5664200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A72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1624995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B27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080766" y="5664200"/>
            <a:ext cx="2175728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A72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080766" y="5918200"/>
            <a:ext cx="217572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B27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ppt-hand-drawn-sketch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E6DECF"/>
          </a:solidFill>
          <a:ln w="12698">
            <a:solidFill>
              <a:srgbClr val="CFC4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2153444"/>
            <a:ext cx="4077062" cy="11382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2B27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494881"/>
            <a:ext cx="4077062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544F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hand-drawn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B27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A72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#F4ECDC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B27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A72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#2B2724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B27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A72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#7A7268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B27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A72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#E8654A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F4ECDC"/>
          </a:solidFill>
          <a:ln w="12698">
            <a:solidFill>
              <a:srgbClr val="CFC4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A72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#F4ECDC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2B2724"/>
          </a:solidFill>
          <a:ln w="12698">
            <a:solidFill>
              <a:srgbClr val="CFC4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A72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#2B2724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7A7268"/>
          </a:solidFill>
          <a:ln w="12698">
            <a:solidFill>
              <a:srgbClr val="CFC4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A72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#7A7268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E8654A"/>
          </a:solidFill>
          <a:ln w="12698">
            <a:solidFill>
              <a:srgbClr val="CFC4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A72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#E8654A</a:t>
            </a:r>
            <a:endParaRPr lang="en-US" sz="1333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5931449" cy="771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074"/>
              </a:lnSpc>
              <a:buNone/>
            </a:pPr>
            <a:r>
              <a:rPr lang="en-US" sz="4533" b="1" dirty="0">
                <a:solidFill>
                  <a:srgbClr val="1E22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인포그래픽 헤비</a:t>
            </a:r>
            <a:endParaRPr lang="en-US" sz="4533" dirty="0"/>
          </a:p>
        </p:txBody>
      </p:sp>
      <p:sp>
        <p:nvSpPr>
          <p:cNvPr id="3" name="Text 1"/>
          <p:cNvSpPr/>
          <p:nvPr/>
        </p:nvSpPr>
        <p:spPr>
          <a:xfrm>
            <a:off x="677098" y="1448594"/>
            <a:ext cx="5931449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minimal-sans · block-grid · dense · subtle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666450" y="508000"/>
            <a:ext cx="1845404" cy="363934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18812" y="575667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41 / 92 · new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2038548"/>
            <a:ext cx="7009044" cy="3354784"/>
          </a:xfrm>
          <a:prstGeom prst="rect">
            <a:avLst/>
          </a:prstGeom>
          <a:solidFill>
            <a:srgbClr val="FFFFFF"/>
          </a:solidFill>
          <a:ln w="12698">
            <a:solidFill>
              <a:srgbClr val="E2E5E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336528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E22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2038548"/>
            <a:ext cx="3588837" cy="2584648"/>
          </a:xfrm>
          <a:prstGeom prst="rect">
            <a:avLst/>
          </a:prstGeom>
          <a:solidFill>
            <a:srgbClr val="FFFFFF"/>
          </a:solidFill>
          <a:ln w="12698">
            <a:solidFill>
              <a:srgbClr val="E2E5E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195836"/>
            <a:ext cx="3082281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6E74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data-infographic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E22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74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#F7F8FA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E22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74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E22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74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#1E2229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E22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74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#6E7480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F7F8FA"/>
          </a:solidFill>
          <a:ln w="12698">
            <a:solidFill>
              <a:srgbClr val="E2E5E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748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#F7F8FA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E2E5E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748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1E2229"/>
          </a:solidFill>
          <a:ln w="12698">
            <a:solidFill>
              <a:srgbClr val="E2E5E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748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#1E2229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6E7480"/>
          </a:solidFill>
          <a:ln w="12698">
            <a:solidFill>
              <a:srgbClr val="E2E5E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748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#6E7480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74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E222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336017" y="5664200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74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336017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E222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791788" y="5664200"/>
            <a:ext cx="2693758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74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791788" y="5918200"/>
            <a:ext cx="269375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E222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ppt-data-infographic-heavy</a:t>
            </a:r>
            <a:endParaRPr lang="en-US" sz="1333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0A0A0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42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76767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VARIANT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8167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431"/>
              </a:lnSpc>
              <a:buNone/>
            </a:pPr>
            <a:r>
              <a:rPr lang="en-US" sz="4799" b="1" dirty="0">
                <a:solidFill>
                  <a:srgbClr val="0A0A0A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모노크롬 리스크</a:t>
            </a:r>
            <a:endParaRPr lang="en-US" sz="4799" dirty="0"/>
          </a:p>
        </p:txBody>
      </p:sp>
      <p:sp>
        <p:nvSpPr>
          <p:cNvPr id="6" name="Text 4"/>
          <p:cNvSpPr/>
          <p:nvPr/>
        </p:nvSpPr>
        <p:spPr>
          <a:xfrm>
            <a:off x="2200518" y="1527969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mono · heavy-display · strict-grid · balanced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101181"/>
            <a:ext cx="9311336" cy="1258094"/>
          </a:xfrm>
          <a:prstGeom prst="rect">
            <a:avLst/>
          </a:prstGeom>
          <a:solidFill>
            <a:srgbClr val="E6E6E6"/>
          </a:solidFill>
          <a:ln w="12698">
            <a:solidFill>
              <a:srgbClr val="0A0A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350816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3657281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676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676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#E6E6E6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676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#0A0A0A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676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#767676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838189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0A0A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85495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6767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140282" y="5613400"/>
            <a:ext cx="838189" cy="236934"/>
          </a:xfrm>
          <a:prstGeom prst="rect">
            <a:avLst/>
          </a:prstGeom>
          <a:solidFill>
            <a:srgbClr val="E6E6E6"/>
          </a:solidFill>
          <a:ln w="12698">
            <a:solidFill>
              <a:srgbClr val="0A0A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140282" y="5918002"/>
            <a:ext cx="85495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6767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#E6E6E6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4080045" y="5613400"/>
            <a:ext cx="838189" cy="236934"/>
          </a:xfrm>
          <a:prstGeom prst="rect">
            <a:avLst/>
          </a:prstGeom>
          <a:solidFill>
            <a:srgbClr val="0A0A0A"/>
          </a:solidFill>
          <a:ln w="12698">
            <a:solidFill>
              <a:srgbClr val="0A0A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080045" y="5918002"/>
            <a:ext cx="85495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6767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#0A0A0A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5019809" y="5613400"/>
            <a:ext cx="838189" cy="236934"/>
          </a:xfrm>
          <a:prstGeom prst="rect">
            <a:avLst/>
          </a:prstGeom>
          <a:solidFill>
            <a:srgbClr val="767676"/>
          </a:solidFill>
          <a:ln w="12698">
            <a:solidFill>
              <a:srgbClr val="0A0A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019809" y="5918002"/>
            <a:ext cx="85495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6767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#767676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6264098" y="5664002"/>
            <a:ext cx="134687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676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264098" y="5918002"/>
            <a:ext cx="13468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heavy-display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8024592" y="5664002"/>
            <a:ext cx="113966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676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8024592" y="59180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9581937" y="5664002"/>
            <a:ext cx="1968516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676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9581937" y="5918002"/>
            <a:ext cx="19685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ppt-monochrome-risk</a:t>
            </a:r>
            <a:endParaRPr lang="en-US" sz="1333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4EC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2319353" cy="363934"/>
          </a:xfrm>
          <a:prstGeom prst="rect">
            <a:avLst/>
          </a:prstGeom>
          <a:solidFill>
            <a:srgbClr val="FF3B7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43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258219"/>
            <a:ext cx="5947030" cy="907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146"/>
              </a:lnSpc>
              <a:buNone/>
            </a:pPr>
            <a:r>
              <a:rPr lang="en-US" sz="5333" b="1" dirty="0">
                <a:solidFill>
                  <a:srgbClr val="1A1A1A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90s 멤피스 레트로</a:t>
            </a:r>
            <a:endParaRPr lang="en-US" sz="5333" dirty="0"/>
          </a:p>
        </p:txBody>
      </p:sp>
      <p:sp>
        <p:nvSpPr>
          <p:cNvPr id="5" name="Text 3"/>
          <p:cNvSpPr/>
          <p:nvPr/>
        </p:nvSpPr>
        <p:spPr>
          <a:xfrm>
            <a:off x="677098" y="3402608"/>
            <a:ext cx="1625194" cy="67667"/>
          </a:xfrm>
          <a:prstGeom prst="rect">
            <a:avLst/>
          </a:prstGeom>
          <a:solidFill>
            <a:srgbClr val="FF3B7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673475"/>
            <a:ext cx="5947030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3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heavy-display · asymmetric · dense · playful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64200"/>
            <a:ext cx="134687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A48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200"/>
            <a:ext cx="13468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heavy-display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2437592" y="5664200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A48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2437592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893362" y="5664200"/>
            <a:ext cx="2175728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A48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893362" y="5918200"/>
            <a:ext cx="217572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ppt-memphis-retro-90s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1A1A1A"/>
          </a:solidFill>
          <a:ln w="12698">
            <a:solidFill>
              <a:srgbClr val="1A1A1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2153444"/>
            <a:ext cx="4077062" cy="11382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494881"/>
            <a:ext cx="4077062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CDCDC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related · memphis-pop-pattern, retro-y2k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A48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#F4ECD8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A48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#1A1A1A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A48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#FF3B7F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A48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#00B5C9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F4ECD8"/>
          </a:solidFill>
          <a:ln w="12698">
            <a:solidFill>
              <a:srgbClr val="1A1A1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A48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#F4ECD8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1A1A1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A48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FF3B7F"/>
          </a:solidFill>
          <a:ln w="12698">
            <a:solidFill>
              <a:srgbClr val="1A1A1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A48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#FF3B7F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00B5C9"/>
          </a:solidFill>
          <a:ln w="12698">
            <a:solidFill>
              <a:srgbClr val="1A1A1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A48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#00B5C9</a:t>
            </a:r>
            <a:endParaRPr lang="en-US" sz="1333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8A8A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44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478422" y="1362273"/>
            <a:ext cx="5232108" cy="952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7503"/>
              </a:lnSpc>
              <a:buNone/>
            </a:pPr>
            <a:r>
              <a:rPr lang="en-US" sz="5599" b="1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미니멀 모노 노트</a:t>
            </a:r>
            <a:endParaRPr lang="en-US" sz="5599" dirty="0"/>
          </a:p>
        </p:txBody>
      </p:sp>
      <p:sp>
        <p:nvSpPr>
          <p:cNvPr id="5" name="Text 3"/>
          <p:cNvSpPr/>
          <p:nvPr/>
        </p:nvSpPr>
        <p:spPr>
          <a:xfrm>
            <a:off x="4232209" y="2586038"/>
            <a:ext cx="3724336" cy="127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478422" y="2869605"/>
            <a:ext cx="5232108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8A8A8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 · mono · centered · airy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478422" y="3391892"/>
            <a:ext cx="5232108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545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related · monochrome-minimal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EEEEEE"/>
          </a:solidFill>
          <a:ln w="12698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#111111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#8A8A8A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#EEEEEE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545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111111"/>
          </a:solidFill>
          <a:ln w="12698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545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#111111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8A8A8A"/>
          </a:solidFill>
          <a:ln w="12698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545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#8A8A8A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EEEEEE"/>
          </a:solidFill>
          <a:ln w="12698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545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#EEEEEE</a:t>
            </a:r>
            <a:endParaRPr lang="en-US" sz="1333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2EA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2319353" cy="363934"/>
          </a:xfrm>
          <a:prstGeom prst="rect">
            <a:avLst/>
          </a:prstGeom>
          <a:solidFill>
            <a:srgbClr val="B5654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45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405062"/>
            <a:ext cx="5947030" cy="907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146"/>
              </a:lnSpc>
              <a:buNone/>
            </a:pPr>
            <a:r>
              <a:rPr lang="en-US" sz="5333" b="1" dirty="0">
                <a:solidFill>
                  <a:srgbClr val="3A352C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보태니컬 오가닉</a:t>
            </a:r>
            <a:endParaRPr lang="en-US" sz="5333" dirty="0"/>
          </a:p>
        </p:txBody>
      </p:sp>
      <p:sp>
        <p:nvSpPr>
          <p:cNvPr id="5" name="Text 3"/>
          <p:cNvSpPr/>
          <p:nvPr/>
        </p:nvSpPr>
        <p:spPr>
          <a:xfrm>
            <a:off x="677098" y="3549452"/>
            <a:ext cx="1625194" cy="67667"/>
          </a:xfrm>
          <a:prstGeom prst="rect">
            <a:avLst/>
          </a:prstGeom>
          <a:solidFill>
            <a:srgbClr val="B5654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820319"/>
            <a:ext cx="594703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B5654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earth · serif-editorial · asymmetric · airy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38800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25D5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200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A352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serif-editorial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2640741" y="56388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25D5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2640741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A352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4096512" y="5638800"/>
            <a:ext cx="217572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25D5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4096512" y="5918200"/>
            <a:ext cx="217572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A352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ppt-botanical-organic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E5D9C3"/>
          </a:solidFill>
          <a:ln w="12698">
            <a:solidFill>
              <a:srgbClr val="7C8B5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2018308"/>
            <a:ext cx="4077062" cy="1138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3A352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359745"/>
            <a:ext cx="4077062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625D5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related · hand-crafted-organic, dark-forest-nature, nordic-minimalism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352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25D5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#F2EAD9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352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25D5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#E5D9C3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352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25D5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#3A352C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352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25D5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#B5654A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F2EAD9"/>
          </a:solidFill>
          <a:ln w="12698">
            <a:solidFill>
              <a:srgbClr val="7C8B5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25D5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#F2EAD9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E5D9C3"/>
          </a:solidFill>
          <a:ln w="12698">
            <a:solidFill>
              <a:srgbClr val="7C8B5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25D5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#E5D9C3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3A352C"/>
          </a:solidFill>
          <a:ln w="12698">
            <a:solidFill>
              <a:srgbClr val="7C8B5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25D5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#3A352C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B5654A"/>
          </a:solidFill>
          <a:ln w="12698">
            <a:solidFill>
              <a:srgbClr val="7C8B5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25D5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#B5654A</a:t>
            </a:r>
            <a:endParaRPr lang="en-US" sz="1333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A1C7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2319353" cy="363934"/>
          </a:xfrm>
          <a:prstGeom prst="rect">
            <a:avLst/>
          </a:prstGeom>
          <a:solidFill>
            <a:srgbClr val="D11D8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46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707555"/>
            <a:ext cx="11051451" cy="1179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90"/>
              </a:lnSpc>
              <a:buNone/>
            </a:pPr>
            <a:r>
              <a:rPr lang="en-US" sz="6932" b="1" dirty="0">
                <a:solidFill>
                  <a:srgbClr val="FFFFFF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비비드 그라디언트 퓨처</a:t>
            </a:r>
            <a:endParaRPr lang="en-US" sz="6932" dirty="0"/>
          </a:p>
        </p:txBody>
      </p:sp>
      <p:sp>
        <p:nvSpPr>
          <p:cNvPr id="5" name="Text 3"/>
          <p:cNvSpPr/>
          <p:nvPr/>
        </p:nvSpPr>
        <p:spPr>
          <a:xfrm>
            <a:off x="677098" y="3158133"/>
            <a:ext cx="2031492" cy="67667"/>
          </a:xfrm>
          <a:prstGeom prst="rect">
            <a:avLst/>
          </a:prstGeom>
          <a:solidFill>
            <a:srgbClr val="D11D8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462734"/>
            <a:ext cx="1105145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D11D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gradient · heavy-display · full-bleed · balanced · snappy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4617442"/>
            <a:ext cx="638938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516719" y="4843066"/>
            <a:ext cx="3995135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D4CDE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#3A1C71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D4CDE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#D11D8E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D4CDE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#2563EB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D4CDE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#06B6D4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16719" y="4843066"/>
            <a:ext cx="922702" cy="236934"/>
          </a:xfrm>
          <a:prstGeom prst="rect">
            <a:avLst/>
          </a:prstGeom>
          <a:solidFill>
            <a:srgbClr val="3A1C71"/>
          </a:solidFill>
          <a:ln w="12698">
            <a:solidFill>
              <a:srgbClr val="654E9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1671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D4CD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#3A1C71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8540995" y="4843066"/>
            <a:ext cx="922702" cy="236934"/>
          </a:xfrm>
          <a:prstGeom prst="rect">
            <a:avLst/>
          </a:prstGeom>
          <a:solidFill>
            <a:srgbClr val="D11D8E"/>
          </a:solidFill>
          <a:ln w="12698">
            <a:solidFill>
              <a:srgbClr val="654E9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40995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D4CD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#D11D8E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9565272" y="4843066"/>
            <a:ext cx="922702" cy="236934"/>
          </a:xfrm>
          <a:prstGeom prst="rect">
            <a:avLst/>
          </a:prstGeom>
          <a:solidFill>
            <a:srgbClr val="2563EB"/>
          </a:solidFill>
          <a:ln w="12698">
            <a:solidFill>
              <a:srgbClr val="654E9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65272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D4CD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#2563EB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0589549" y="4843066"/>
            <a:ext cx="922702" cy="236934"/>
          </a:xfrm>
          <a:prstGeom prst="rect">
            <a:avLst/>
          </a:prstGeom>
          <a:solidFill>
            <a:srgbClr val="06B6D4"/>
          </a:solidFill>
          <a:ln w="12698">
            <a:solidFill>
              <a:srgbClr val="654E9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8954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D4CD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#06B6D4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677098" y="5748933"/>
            <a:ext cx="259015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D11D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ppt-vivid-gradient-future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9454968" y="5761633"/>
            <a:ext cx="209802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D4CDE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heavy-display · full-bleed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0" y="6688733"/>
            <a:ext cx="12188952" cy="169267"/>
          </a:xfrm>
          <a:prstGeom prst="rect">
            <a:avLst/>
          </a:prstGeom>
          <a:solidFill>
            <a:srgbClr val="D11D8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5281482" cy="680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1C1B17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프린트-퍼스트 뉴스페이퍼</a:t>
            </a:r>
            <a:endParaRPr lang="en-US" sz="3999" dirty="0"/>
          </a:p>
        </p:txBody>
      </p:sp>
      <p:sp>
        <p:nvSpPr>
          <p:cNvPr id="3" name="Text 1"/>
          <p:cNvSpPr/>
          <p:nvPr/>
        </p:nvSpPr>
        <p:spPr>
          <a:xfrm>
            <a:off x="677098" y="1357908"/>
            <a:ext cx="528148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A8231B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mono · serif-editorial · block-grid · dense · none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A8231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47 / 92 · variant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947862"/>
            <a:ext cx="7009044" cy="3420070"/>
          </a:xfrm>
          <a:prstGeom prst="rect">
            <a:avLst/>
          </a:prstGeom>
          <a:solidFill>
            <a:srgbClr val="E5E2D9"/>
          </a:solidFill>
          <a:ln w="12698">
            <a:solidFill>
              <a:srgbClr val="1C1B1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78386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C1B1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947862"/>
            <a:ext cx="3588837" cy="2649934"/>
          </a:xfrm>
          <a:prstGeom prst="rect">
            <a:avLst/>
          </a:prstGeom>
          <a:solidFill>
            <a:srgbClr val="E5E2D9"/>
          </a:solidFill>
          <a:ln w="12698">
            <a:solidFill>
              <a:srgbClr val="1C1B1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2867620"/>
            <a:ext cx="3151487" cy="810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C4A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related · brutalist-newspaper, risograph-print, editorial-magazine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34731"/>
            <a:ext cx="3588837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C1B1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C4A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#F4F1E8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C1B1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C4A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#1C1B17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C1B1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C4A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#2E2C26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C1B1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C4A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#A8231B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34731"/>
            <a:ext cx="821127" cy="236934"/>
          </a:xfrm>
          <a:prstGeom prst="rect">
            <a:avLst/>
          </a:prstGeom>
          <a:solidFill>
            <a:srgbClr val="F4F1E8"/>
          </a:solidFill>
          <a:ln w="12698">
            <a:solidFill>
              <a:srgbClr val="1C1B1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A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#F4F1E8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34731"/>
            <a:ext cx="821127" cy="236934"/>
          </a:xfrm>
          <a:prstGeom prst="rect">
            <a:avLst/>
          </a:prstGeom>
          <a:solidFill>
            <a:srgbClr val="1C1B17"/>
          </a:solidFill>
          <a:ln w="12698">
            <a:solidFill>
              <a:srgbClr val="1C1B1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A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#1C1B17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34731"/>
            <a:ext cx="821127" cy="236934"/>
          </a:xfrm>
          <a:prstGeom prst="rect">
            <a:avLst/>
          </a:prstGeom>
          <a:solidFill>
            <a:srgbClr val="2E2C26"/>
          </a:solidFill>
          <a:ln w="12698">
            <a:solidFill>
              <a:srgbClr val="1C1B1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A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#2E2C26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34731"/>
            <a:ext cx="821127" cy="236934"/>
          </a:xfrm>
          <a:prstGeom prst="rect">
            <a:avLst/>
          </a:prstGeom>
          <a:solidFill>
            <a:srgbClr val="A8231B"/>
          </a:solidFill>
          <a:ln w="12698">
            <a:solidFill>
              <a:srgbClr val="1C1B1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A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#A8231B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38800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C4A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C1B1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serif-editorial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640741" y="56388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C4A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640741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C1B1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4096512" y="5638800"/>
            <a:ext cx="259015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C4A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4096512" y="5918200"/>
            <a:ext cx="259015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C1B1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ppt-print-first-newspaper</a:t>
            </a:r>
            <a:endParaRPr lang="en-US" sz="1333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11111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FF4A1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48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43424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NEW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8167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431"/>
              </a:lnSpc>
              <a:buNone/>
            </a:pPr>
            <a:r>
              <a:rPr lang="en-US" sz="4799" b="1" dirty="0">
                <a:solidFill>
                  <a:srgbClr val="111111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스위스 에디토리얼 볼드</a:t>
            </a:r>
            <a:endParaRPr lang="en-US" sz="4799" dirty="0"/>
          </a:p>
        </p:txBody>
      </p:sp>
      <p:sp>
        <p:nvSpPr>
          <p:cNvPr id="6" name="Text 4"/>
          <p:cNvSpPr/>
          <p:nvPr/>
        </p:nvSpPr>
        <p:spPr>
          <a:xfrm>
            <a:off x="2200518" y="1527969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heavy-display · strict-grid · balanced · snappy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101181"/>
            <a:ext cx="9311336" cy="1258094"/>
          </a:xfrm>
          <a:prstGeom prst="rect">
            <a:avLst/>
          </a:prstGeom>
          <a:solidFill>
            <a:srgbClr val="111111"/>
          </a:solidFill>
          <a:ln w="12698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350816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314940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342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#F2F0EB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342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#111111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342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#FF4A1C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342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#0047FF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711221" cy="236934"/>
          </a:xfrm>
          <a:prstGeom prst="rect">
            <a:avLst/>
          </a:prstGeom>
          <a:solidFill>
            <a:srgbClr val="F2F0EB"/>
          </a:solidFill>
          <a:ln w="12698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7254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3424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#F2F0EB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013314" y="5613400"/>
            <a:ext cx="711221" cy="236934"/>
          </a:xfrm>
          <a:prstGeom prst="rect">
            <a:avLst/>
          </a:prstGeom>
          <a:solidFill>
            <a:srgbClr val="111111"/>
          </a:solidFill>
          <a:ln w="12698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013314" y="5918002"/>
            <a:ext cx="7254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3424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#111111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3826109" y="5613400"/>
            <a:ext cx="711221" cy="236934"/>
          </a:xfrm>
          <a:prstGeom prst="rect">
            <a:avLst/>
          </a:prstGeom>
          <a:solidFill>
            <a:srgbClr val="FF4A1C"/>
          </a:solidFill>
          <a:ln w="12698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826109" y="5918002"/>
            <a:ext cx="7254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3424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#FF4A1C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4638904" y="5613400"/>
            <a:ext cx="711221" cy="236934"/>
          </a:xfrm>
          <a:prstGeom prst="rect">
            <a:avLst/>
          </a:prstGeom>
          <a:solidFill>
            <a:srgbClr val="0047FF"/>
          </a:solidFill>
          <a:ln w="12698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638904" y="5918002"/>
            <a:ext cx="7254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3424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#0047FF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5756225" y="5664002"/>
            <a:ext cx="134687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342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5756225" y="5918002"/>
            <a:ext cx="13468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heavy-display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7516719" y="5664002"/>
            <a:ext cx="113966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342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7516719" y="59180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9074064" y="5664002"/>
            <a:ext cx="2486546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342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9074064" y="5918002"/>
            <a:ext cx="248654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ppt-swiss-editorial-bold</a:t>
            </a:r>
            <a:endParaRPr lang="en-US" sz="1333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845404" cy="363934"/>
          </a:xfrm>
          <a:prstGeom prst="rect">
            <a:avLst/>
          </a:prstGeom>
          <a:solidFill>
            <a:srgbClr val="D628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49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804392"/>
            <a:ext cx="5947030" cy="1814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146"/>
              </a:lnSpc>
              <a:buNone/>
            </a:pPr>
            <a:r>
              <a:rPr lang="en-US" sz="5333" b="1" dirty="0">
                <a:solidFill>
                  <a:srgbClr val="1A1A1A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바우하우스 지오메트릭</a:t>
            </a:r>
            <a:endParaRPr lang="en-US" sz="5333" dirty="0"/>
          </a:p>
        </p:txBody>
      </p:sp>
      <p:sp>
        <p:nvSpPr>
          <p:cNvPr id="5" name="Text 3"/>
          <p:cNvSpPr/>
          <p:nvPr/>
        </p:nvSpPr>
        <p:spPr>
          <a:xfrm>
            <a:off x="677098" y="3856236"/>
            <a:ext cx="1625194" cy="67667"/>
          </a:xfrm>
          <a:prstGeom prst="rect">
            <a:avLst/>
          </a:prstGeom>
          <a:solidFill>
            <a:srgbClr val="D628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4127103"/>
            <a:ext cx="5947030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D62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heavy-display · asymmetric · balanced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64002"/>
            <a:ext cx="134687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948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002"/>
            <a:ext cx="13468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heavy-display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2437592" y="5664002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948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2437592" y="5918002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893362" y="5664002"/>
            <a:ext cx="2175728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948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893362" y="5918002"/>
            <a:ext cx="217572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ppt-bauhaus-geometric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FFFFFF"/>
          </a:solidFill>
          <a:ln w="12698">
            <a:solidFill>
              <a:srgbClr val="1A1A1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2153444"/>
            <a:ext cx="4077062" cy="11382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494881"/>
            <a:ext cx="4077062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948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bauhaus-geometric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948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#F0EDE4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948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948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#1A1A1A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948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#D62828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F0EDE4"/>
          </a:solidFill>
          <a:ln w="12698">
            <a:solidFill>
              <a:srgbClr val="1A1A1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9484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#F0EDE4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1A1A1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9484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1A1A1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9484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D62828"/>
          </a:solidFill>
          <a:ln w="12698">
            <a:solidFill>
              <a:srgbClr val="1A1A1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9484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#D62828</a:t>
            </a:r>
            <a:endParaRPr lang="en-US" sz="1333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E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5529975" cy="771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074"/>
              </a:lnSpc>
              <a:buNone/>
            </a:pPr>
            <a:r>
              <a:rPr lang="en-US" sz="4533" b="1" dirty="0">
                <a:solidFill>
                  <a:srgbClr val="1D1B20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익스프레시브 머티리얼</a:t>
            </a:r>
            <a:endParaRPr lang="en-US" sz="4533" dirty="0"/>
          </a:p>
        </p:txBody>
      </p:sp>
      <p:sp>
        <p:nvSpPr>
          <p:cNvPr id="3" name="Text 1"/>
          <p:cNvSpPr/>
          <p:nvPr/>
        </p:nvSpPr>
        <p:spPr>
          <a:xfrm>
            <a:off x="677098" y="1448594"/>
            <a:ext cx="5529975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6750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mixed · block-grid · balanced · playful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666450" y="508000"/>
            <a:ext cx="1845404" cy="363934"/>
          </a:xfrm>
          <a:prstGeom prst="rect">
            <a:avLst/>
          </a:prstGeom>
          <a:solidFill>
            <a:srgbClr val="6750A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18812" y="575667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50 / 92 · new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2038548"/>
            <a:ext cx="7009044" cy="3354784"/>
          </a:xfrm>
          <a:prstGeom prst="roundRect">
            <a:avLst>
              <a:gd name="adj" fmla="val 5047"/>
            </a:avLst>
          </a:prstGeom>
          <a:solidFill>
            <a:srgbClr val="F3EDF7"/>
          </a:solidFill>
          <a:ln w="12698">
            <a:solidFill>
              <a:srgbClr val="CAC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336528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D1B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2038548"/>
            <a:ext cx="3588837" cy="2584648"/>
          </a:xfrm>
          <a:prstGeom prst="roundRect">
            <a:avLst>
              <a:gd name="adj" fmla="val 6551"/>
            </a:avLst>
          </a:prstGeom>
          <a:solidFill>
            <a:srgbClr val="F3EDF7"/>
          </a:solidFill>
          <a:ln w="12698">
            <a:solidFill>
              <a:srgbClr val="CAC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060700"/>
            <a:ext cx="3151487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F4B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expressive-material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D1B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F4B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#FEF7FF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D1B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F4B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#F3EDF7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D1B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F4B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#1D1B20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D1B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F4B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#6750A4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FEF7FF"/>
          </a:solidFill>
          <a:ln w="12698">
            <a:solidFill>
              <a:srgbClr val="CAC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F4B5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#FEF7FF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F3EDF7"/>
          </a:solidFill>
          <a:ln w="12698">
            <a:solidFill>
              <a:srgbClr val="CAC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F4B5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#F3EDF7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1D1B20"/>
          </a:solidFill>
          <a:ln w="12698">
            <a:solidFill>
              <a:srgbClr val="CAC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F4B5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#1D1B20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6750A4"/>
          </a:solidFill>
          <a:ln w="12698">
            <a:solidFill>
              <a:srgbClr val="CAC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F4B5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#6750A4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51803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F4B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51803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D1B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mixed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1624995" y="5664200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F4B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1624995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D1B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080766" y="5664200"/>
            <a:ext cx="23829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F4B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080766" y="5918200"/>
            <a:ext cx="23829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D1B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ppt-expressive-material</a:t>
            </a:r>
            <a:endParaRPr lang="en-US" sz="1333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71774" y="541734"/>
            <a:ext cx="1845404" cy="363934"/>
          </a:xfrm>
          <a:prstGeom prst="rect">
            <a:avLst/>
          </a:prstGeom>
          <a:solidFill>
            <a:srgbClr val="A8884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08729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51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930645" y="1419027"/>
            <a:ext cx="6327661" cy="839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1A1814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럭셔리 에디토리얼 세리프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A8884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930645" y="2812852"/>
            <a:ext cx="632766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A8884E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mono · serif-editorial · centered · airy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930645" y="3335139"/>
            <a:ext cx="6327661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B49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design-diversity · luxury-serif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EAE8E3"/>
          </a:solidFill>
          <a:ln w="12698">
            <a:solidFill>
              <a:srgbClr val="A8884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81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81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B49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#FAF8F3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81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B49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#1A1814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81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B49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#8C887E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81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B49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#A8884E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AF8F3"/>
          </a:solidFill>
          <a:ln w="12698">
            <a:solidFill>
              <a:srgbClr val="A8884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9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#FAF8F3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1A1814"/>
          </a:solidFill>
          <a:ln w="12698">
            <a:solidFill>
              <a:srgbClr val="A8884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9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#1A1814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8C887E"/>
          </a:solidFill>
          <a:ln w="12698">
            <a:solidFill>
              <a:srgbClr val="A8884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9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#8C887E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A8884E"/>
          </a:solidFill>
          <a:ln w="12698">
            <a:solidFill>
              <a:srgbClr val="A8884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9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#A8884E</a:t>
            </a:r>
            <a:endParaRPr lang="en-US" sz="1333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71774" y="541734"/>
            <a:ext cx="1845404" cy="363934"/>
          </a:xfrm>
          <a:prstGeom prst="rect">
            <a:avLst/>
          </a:prstGeom>
          <a:solidFill>
            <a:srgbClr val="5B5B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08729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52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090911" y="1362273"/>
            <a:ext cx="6007130" cy="952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7503"/>
              </a:lnSpc>
              <a:buNone/>
            </a:pPr>
            <a:r>
              <a:rPr lang="en-US" sz="5599" b="1" dirty="0">
                <a:solidFill>
                  <a:srgbClr val="15161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스타트업 피치 컬러풀</a:t>
            </a:r>
            <a:endParaRPr lang="en-US" sz="5599" dirty="0"/>
          </a:p>
        </p:txBody>
      </p:sp>
      <p:sp>
        <p:nvSpPr>
          <p:cNvPr id="5" name="Text 3"/>
          <p:cNvSpPr/>
          <p:nvPr/>
        </p:nvSpPr>
        <p:spPr>
          <a:xfrm>
            <a:off x="4232209" y="2586038"/>
            <a:ext cx="3724336" cy="12700"/>
          </a:xfrm>
          <a:prstGeom prst="rect">
            <a:avLst/>
          </a:prstGeom>
          <a:solidFill>
            <a:srgbClr val="E5E7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090911" y="2869605"/>
            <a:ext cx="600713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5B5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mixed · centered · balanced · playful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090911" y="3391892"/>
            <a:ext cx="6007130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8494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startup-pitch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oundRect">
            <a:avLst>
              <a:gd name="adj" fmla="val 13458"/>
            </a:avLst>
          </a:prstGeom>
          <a:solidFill>
            <a:srgbClr val="F4F6FF"/>
          </a:solidFill>
          <a:ln w="12698">
            <a:solidFill>
              <a:srgbClr val="E5E7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5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5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8494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5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8494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#F4F6FF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5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8494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#15161B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5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8494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#5B5BFF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E5E7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8494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4F6FF"/>
          </a:solidFill>
          <a:ln w="12698">
            <a:solidFill>
              <a:srgbClr val="E5E7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8494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#F4F6FF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15161B"/>
          </a:solidFill>
          <a:ln w="12698">
            <a:solidFill>
              <a:srgbClr val="E5E7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8494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#15161B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5B5BFF"/>
          </a:solidFill>
          <a:ln w="12698">
            <a:solidFill>
              <a:srgbClr val="E5E7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8494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#5B5BFF</a:t>
            </a:r>
            <a:endParaRPr lang="en-US" sz="1333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845404" cy="363934"/>
          </a:xfrm>
          <a:prstGeom prst="rect">
            <a:avLst/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53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531070"/>
            <a:ext cx="5947030" cy="680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0A2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Precision Fintech Deck</a:t>
            </a:r>
            <a:endParaRPr lang="en-US" sz="3999" dirty="0"/>
          </a:p>
        </p:txBody>
      </p:sp>
      <p:sp>
        <p:nvSpPr>
          <p:cNvPr id="5" name="Text 3"/>
          <p:cNvSpPr/>
          <p:nvPr/>
        </p:nvSpPr>
        <p:spPr>
          <a:xfrm>
            <a:off x="677098" y="3448645"/>
            <a:ext cx="1625194" cy="67667"/>
          </a:xfrm>
          <a:prstGeom prst="rect">
            <a:avLst/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719512"/>
            <a:ext cx="594703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5A55E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pastel · minimal-sans · asymmetric · airy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64002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C6B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002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254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2336017" y="5664002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C6B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2336017" y="5918002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254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791788" y="5664002"/>
            <a:ext cx="2693758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C6B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791788" y="5918002"/>
            <a:ext cx="269375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254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ppt-precision-fintech-deck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oundRect">
            <a:avLst>
              <a:gd name="adj" fmla="val 3710"/>
            </a:avLst>
          </a:prstGeom>
          <a:solidFill>
            <a:srgbClr val="F6F9FC"/>
          </a:solidFill>
          <a:ln w="12698">
            <a:solidFill>
              <a:srgbClr val="E3E8E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2153444"/>
            <a:ext cx="4077062" cy="11382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2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494881"/>
            <a:ext cx="4077062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5C6B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precision-fintech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2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6B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2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6B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#F6F9FC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2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6B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#EBF0F6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2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6B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#0A2540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E3E8E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B7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F6F9FC"/>
          </a:solidFill>
          <a:ln w="12698">
            <a:solidFill>
              <a:srgbClr val="E3E8E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B7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#F6F9FC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EBF0F6"/>
          </a:solidFill>
          <a:ln w="12698">
            <a:solidFill>
              <a:srgbClr val="E3E8E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B7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#EBF0F6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0A2540"/>
          </a:solidFill>
          <a:ln w="12698">
            <a:solidFill>
              <a:srgbClr val="E3E8E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B7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#0A2540</a:t>
            </a:r>
            <a:endParaRPr lang="en-US" sz="1333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E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8B7B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54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391207" y="1487091"/>
            <a:ext cx="5406538" cy="703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Engineered Dark Deck</a:t>
            </a:r>
            <a:endParaRPr lang="en-US" sz="4133" dirty="0"/>
          </a:p>
        </p:txBody>
      </p:sp>
      <p:sp>
        <p:nvSpPr>
          <p:cNvPr id="5" name="Text 3"/>
          <p:cNvSpPr/>
          <p:nvPr/>
        </p:nvSpPr>
        <p:spPr>
          <a:xfrm>
            <a:off x="4232209" y="2461220"/>
            <a:ext cx="3724336" cy="12700"/>
          </a:xfrm>
          <a:prstGeom prst="rect">
            <a:avLst/>
          </a:prstGeom>
          <a:solidFill>
            <a:srgbClr val="2626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391207" y="2744788"/>
            <a:ext cx="5406538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8B7B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dark · minimal-sans · centered · airy · snappy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391207" y="3267075"/>
            <a:ext cx="5406538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7D82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related · modern-dark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16161A"/>
          </a:solidFill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7D82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#0E0E11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7D82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#16161A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7D82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#2E2E36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7D82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#9CA3AF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0E0E11"/>
          </a:solidFill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D828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#0E0E11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16161A"/>
          </a:solidFill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D828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#16161A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2E2E36"/>
          </a:solidFill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D828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#2E2E36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9CA3AF"/>
          </a:solidFill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D828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#9CA3AF</a:t>
            </a:r>
            <a:endParaRPr lang="en-US" sz="1333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1845404" cy="363934"/>
          </a:xfrm>
          <a:prstGeom prst="rect">
            <a:avLst/>
          </a:prstGeom>
          <a:solidFill>
            <a:srgbClr val="F462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575667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55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866305"/>
            <a:ext cx="11051451" cy="8622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788"/>
              </a:lnSpc>
              <a:buNone/>
            </a:pPr>
            <a:r>
              <a:rPr lang="en-US" sz="5066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Warm Hospitality Deck</a:t>
            </a:r>
            <a:endParaRPr lang="en-US" sz="5066" dirty="0"/>
          </a:p>
        </p:txBody>
      </p:sp>
      <p:sp>
        <p:nvSpPr>
          <p:cNvPr id="5" name="Text 3"/>
          <p:cNvSpPr/>
          <p:nvPr/>
        </p:nvSpPr>
        <p:spPr>
          <a:xfrm>
            <a:off x="677098" y="2999383"/>
            <a:ext cx="2031492" cy="67667"/>
          </a:xfrm>
          <a:prstGeom prst="rect">
            <a:avLst/>
          </a:prstGeom>
          <a:solidFill>
            <a:srgbClr val="F462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303984"/>
            <a:ext cx="1105145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4625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earth · minimal-sans · full-bleed · airy · playful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4617442"/>
            <a:ext cx="638938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516719" y="4843066"/>
            <a:ext cx="3995135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976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976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#FBF7F4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976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#2B2B2E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976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#79767A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16719" y="4843066"/>
            <a:ext cx="922702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EDE8E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1671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9767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8540995" y="4843066"/>
            <a:ext cx="922702" cy="236934"/>
          </a:xfrm>
          <a:prstGeom prst="rect">
            <a:avLst/>
          </a:prstGeom>
          <a:solidFill>
            <a:srgbClr val="FBF7F4"/>
          </a:solidFill>
          <a:ln w="12698">
            <a:solidFill>
              <a:srgbClr val="EDE8E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40995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9767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#FBF7F4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9565272" y="4843066"/>
            <a:ext cx="922702" cy="236934"/>
          </a:xfrm>
          <a:prstGeom prst="rect">
            <a:avLst/>
          </a:prstGeom>
          <a:solidFill>
            <a:srgbClr val="2B2B2E"/>
          </a:solidFill>
          <a:ln w="12698">
            <a:solidFill>
              <a:srgbClr val="EDE8E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65272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9767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#2B2B2E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0589549" y="4843066"/>
            <a:ext cx="922702" cy="236934"/>
          </a:xfrm>
          <a:prstGeom prst="rect">
            <a:avLst/>
          </a:prstGeom>
          <a:solidFill>
            <a:srgbClr val="79767A"/>
          </a:solidFill>
          <a:ln w="12698">
            <a:solidFill>
              <a:srgbClr val="EDE8E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8954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9767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#79767A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677098" y="5748933"/>
            <a:ext cx="259015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4625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ppt-warm-hospitality-deck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9518453" y="5761633"/>
            <a:ext cx="203327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7976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minimal-sans · full-bleed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0" y="6688733"/>
            <a:ext cx="12188952" cy="169267"/>
          </a:xfrm>
          <a:prstGeom prst="rect">
            <a:avLst/>
          </a:prstGeom>
          <a:solidFill>
            <a:srgbClr val="F462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66666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56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66666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VARIANT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499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30"/>
              </a:lnSpc>
              <a:buNone/>
            </a:pPr>
            <a:r>
              <a:rPr lang="en-US" sz="2933" b="1" dirty="0">
                <a:solidFill>
                  <a:srgbClr val="000000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Monochrome Infrastructure Deck</a:t>
            </a:r>
            <a:endParaRPr lang="en-US" sz="2933" dirty="0"/>
          </a:p>
        </p:txBody>
      </p:sp>
      <p:sp>
        <p:nvSpPr>
          <p:cNvPr id="6" name="Text 4"/>
          <p:cNvSpPr/>
          <p:nvPr/>
        </p:nvSpPr>
        <p:spPr>
          <a:xfrm>
            <a:off x="2200518" y="1210270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mono · mixed · strict-grid · balanced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2942431"/>
            <a:ext cx="9311336" cy="1258094"/>
          </a:xfrm>
          <a:prstGeom prst="rect">
            <a:avLst/>
          </a:prstGeom>
          <a:solidFill>
            <a:srgbClr val="F2F2F2"/>
          </a:solidFill>
          <a:ln w="12698">
            <a:solidFill>
              <a:srgbClr val="0000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192066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598"/>
            <a:ext cx="2946259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#F2F2F2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#000000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#666666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598"/>
            <a:ext cx="660433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0000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200"/>
            <a:ext cx="67364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6666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2962526" y="5613598"/>
            <a:ext cx="660433" cy="236934"/>
          </a:xfrm>
          <a:prstGeom prst="rect">
            <a:avLst/>
          </a:prstGeom>
          <a:solidFill>
            <a:srgbClr val="F2F2F2"/>
          </a:solidFill>
          <a:ln w="12698">
            <a:solidFill>
              <a:srgbClr val="0000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962526" y="5918200"/>
            <a:ext cx="67364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6666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#F2F2F2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3724534" y="5613598"/>
            <a:ext cx="660433" cy="236934"/>
          </a:xfrm>
          <a:prstGeom prst="rect">
            <a:avLst/>
          </a:prstGeom>
          <a:solidFill>
            <a:srgbClr val="000000"/>
          </a:solidFill>
          <a:ln w="12698">
            <a:solidFill>
              <a:srgbClr val="0000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724534" y="5918200"/>
            <a:ext cx="67364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6666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#000000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4486542" y="5613598"/>
            <a:ext cx="660433" cy="236934"/>
          </a:xfrm>
          <a:prstGeom prst="rect">
            <a:avLst/>
          </a:prstGeom>
          <a:solidFill>
            <a:srgbClr val="666666"/>
          </a:solidFill>
          <a:ln w="12698">
            <a:solidFill>
              <a:srgbClr val="0000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486542" y="5918200"/>
            <a:ext cx="67364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6666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#666666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5553075" y="5664200"/>
            <a:ext cx="51803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5553075" y="5918200"/>
            <a:ext cx="51803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mixed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500973" y="5664200"/>
            <a:ext cx="113966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6500973" y="5918200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8058318" y="5664200"/>
            <a:ext cx="352260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8058318" y="5918200"/>
            <a:ext cx="352260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ppt-monochrome-infrastructure-deck</a:t>
            </a:r>
            <a:endParaRPr lang="en-US" sz="1333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6574737" cy="567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66"/>
              </a:lnSpc>
              <a:buNone/>
            </a:pPr>
            <a:r>
              <a:rPr lang="en-US" sz="3333" b="1" dirty="0">
                <a:solidFill>
                  <a:srgbClr val="E8E8E8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Expressive Soundwave Deck</a:t>
            </a:r>
            <a:endParaRPr lang="en-US" sz="3333" dirty="0"/>
          </a:p>
        </p:txBody>
      </p:sp>
      <p:sp>
        <p:nvSpPr>
          <p:cNvPr id="3" name="Text 1"/>
          <p:cNvSpPr/>
          <p:nvPr/>
        </p:nvSpPr>
        <p:spPr>
          <a:xfrm>
            <a:off x="677098" y="1244402"/>
            <a:ext cx="6574737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6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gradient · heavy-display · block-grid · balanced · playful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FF6B4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57 / 92 · variant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834356"/>
            <a:ext cx="7009044" cy="3558977"/>
          </a:xfrm>
          <a:prstGeom prst="rect">
            <a:avLst/>
          </a:prstGeom>
          <a:solidFill>
            <a:srgbClr val="1E1E1E"/>
          </a:solidFill>
          <a:ln w="12698">
            <a:solidFill>
              <a:srgbClr val="3A3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34333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E8E8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834356"/>
            <a:ext cx="3588837" cy="2788841"/>
          </a:xfrm>
          <a:prstGeom prst="rect">
            <a:avLst/>
          </a:prstGeom>
          <a:solidFill>
            <a:srgbClr val="1E1E1E"/>
          </a:solidFill>
          <a:ln w="12698">
            <a:solidFill>
              <a:srgbClr val="3A3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2958703"/>
            <a:ext cx="3151487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related · dark-neon-miami, typographic-bold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8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#121212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8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#1E1E1E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8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#2E2E2E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8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#E8E8E8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121212"/>
          </a:solidFill>
          <a:ln w="12698">
            <a:solidFill>
              <a:srgbClr val="3A3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A8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#121212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1E1E1E"/>
          </a:solidFill>
          <a:ln w="12698">
            <a:solidFill>
              <a:srgbClr val="3A3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A8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#1E1E1E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2E2E2E"/>
          </a:solidFill>
          <a:ln w="12698">
            <a:solidFill>
              <a:srgbClr val="3A3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A8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#2E2E2E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E8E8E8"/>
          </a:solidFill>
          <a:ln w="12698">
            <a:solidFill>
              <a:srgbClr val="3A3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A8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#E8E8E8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34687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3468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8E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heavy-display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437592" y="5664200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437592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8E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893362" y="5664200"/>
            <a:ext cx="300457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893362" y="5918200"/>
            <a:ext cx="300457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8E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ppt-expressive-soundwave-deck</a:t>
            </a:r>
            <a:endParaRPr lang="en-US" sz="1333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B5503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58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7A716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NEW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6125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23"/>
              </a:lnSpc>
              <a:buNone/>
            </a:pPr>
            <a:r>
              <a:rPr lang="en-US" sz="3600" b="1" dirty="0">
                <a:solidFill>
                  <a:srgbClr val="1F1B16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Editorial Product Deck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200518" y="1323777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B5503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earth · serif-editorial · strict-grid · balanced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2999184"/>
            <a:ext cx="9311336" cy="1258094"/>
          </a:xfrm>
          <a:prstGeom prst="rect">
            <a:avLst/>
          </a:prstGeom>
          <a:solidFill>
            <a:srgbClr val="FCFAF5"/>
          </a:solidFill>
          <a:ln w="12698">
            <a:solidFill>
              <a:srgbClr val="DAD3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248819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598"/>
            <a:ext cx="2743109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F1B16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A716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#F7F4EE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F1B16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A716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#FCFAF5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F1B16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A716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#1F1B16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F1B16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A716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#7A7164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598"/>
            <a:ext cx="609646" cy="236934"/>
          </a:xfrm>
          <a:prstGeom prst="rect">
            <a:avLst/>
          </a:prstGeom>
          <a:solidFill>
            <a:srgbClr val="F7F4EE"/>
          </a:solidFill>
          <a:ln w="12698">
            <a:solidFill>
              <a:srgbClr val="DAD3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200"/>
            <a:ext cx="62183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A716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#F7F4EE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2911739" y="5613598"/>
            <a:ext cx="609646" cy="236934"/>
          </a:xfrm>
          <a:prstGeom prst="rect">
            <a:avLst/>
          </a:prstGeom>
          <a:solidFill>
            <a:srgbClr val="FCFAF5"/>
          </a:solidFill>
          <a:ln w="12698">
            <a:solidFill>
              <a:srgbClr val="DAD3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911739" y="5918200"/>
            <a:ext cx="62183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A716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#FCFAF5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3622960" y="5613598"/>
            <a:ext cx="609646" cy="236934"/>
          </a:xfrm>
          <a:prstGeom prst="rect">
            <a:avLst/>
          </a:prstGeom>
          <a:solidFill>
            <a:srgbClr val="1F1B16"/>
          </a:solidFill>
          <a:ln w="12698">
            <a:solidFill>
              <a:srgbClr val="DAD3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622960" y="5918200"/>
            <a:ext cx="62183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A716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#1F1B16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4334180" y="5613598"/>
            <a:ext cx="609646" cy="236934"/>
          </a:xfrm>
          <a:prstGeom prst="rect">
            <a:avLst/>
          </a:prstGeom>
          <a:solidFill>
            <a:srgbClr val="7A7164"/>
          </a:solidFill>
          <a:ln w="12698">
            <a:solidFill>
              <a:srgbClr val="DAD3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334180" y="5918200"/>
            <a:ext cx="62183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A716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#7A7164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5349926" y="5638800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A716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5349926" y="5918200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F1B1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serif-editorial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7313570" y="5638800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A716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7313570" y="5918200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F1B1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8870915" y="5638800"/>
            <a:ext cx="269375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A716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8870915" y="5918200"/>
            <a:ext cx="269375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F1B1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ppt-editorial-product-deck</a:t>
            </a:r>
            <a:endParaRPr lang="en-US" sz="1333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2319353" cy="363934"/>
          </a:xfrm>
          <a:prstGeom prst="rect">
            <a:avLst/>
          </a:prstGeom>
          <a:solidFill>
            <a:srgbClr val="E8B3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59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866305"/>
            <a:ext cx="11051451" cy="8622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788"/>
              </a:lnSpc>
              <a:buNone/>
            </a:pPr>
            <a:r>
              <a:rPr lang="en-US" sz="5066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Cinematic Keynote Deck</a:t>
            </a:r>
            <a:endParaRPr lang="en-US" sz="5066" dirty="0"/>
          </a:p>
        </p:txBody>
      </p:sp>
      <p:sp>
        <p:nvSpPr>
          <p:cNvPr id="5" name="Text 3"/>
          <p:cNvSpPr/>
          <p:nvPr/>
        </p:nvSpPr>
        <p:spPr>
          <a:xfrm>
            <a:off x="677098" y="2999383"/>
            <a:ext cx="2031492" cy="67667"/>
          </a:xfrm>
          <a:prstGeom prst="rect">
            <a:avLst/>
          </a:prstGeom>
          <a:solidFill>
            <a:srgbClr val="E8B3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303984"/>
            <a:ext cx="1105145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8B3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dark · minimal-sans · full-bleed · balanced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4617442"/>
            <a:ext cx="638938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516719" y="4843066"/>
            <a:ext cx="3995135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8A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#000000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8A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#0E0E0E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8A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#F5F5F7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8A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#8A8A8E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16719" y="4843066"/>
            <a:ext cx="922702" cy="236934"/>
          </a:xfrm>
          <a:prstGeom prst="rect">
            <a:avLst/>
          </a:prstGeom>
          <a:solidFill>
            <a:srgbClr val="000000"/>
          </a:solidFill>
          <a:ln w="12698">
            <a:solidFill>
              <a:srgbClr val="26262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1671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A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#000000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8540995" y="4843066"/>
            <a:ext cx="922702" cy="236934"/>
          </a:xfrm>
          <a:prstGeom prst="rect">
            <a:avLst/>
          </a:prstGeom>
          <a:solidFill>
            <a:srgbClr val="0E0E0E"/>
          </a:solidFill>
          <a:ln w="12698">
            <a:solidFill>
              <a:srgbClr val="26262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40995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A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#0E0E0E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9565272" y="4843066"/>
            <a:ext cx="922702" cy="236934"/>
          </a:xfrm>
          <a:prstGeom prst="rect">
            <a:avLst/>
          </a:prstGeom>
          <a:solidFill>
            <a:srgbClr val="F5F5F7"/>
          </a:solidFill>
          <a:ln w="12698">
            <a:solidFill>
              <a:srgbClr val="26262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65272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A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#F5F5F7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0589549" y="4843066"/>
            <a:ext cx="922702" cy="236934"/>
          </a:xfrm>
          <a:prstGeom prst="rect">
            <a:avLst/>
          </a:prstGeom>
          <a:solidFill>
            <a:srgbClr val="8A8A8E"/>
          </a:solidFill>
          <a:ln w="12698">
            <a:solidFill>
              <a:srgbClr val="26262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8954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A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#8A8A8E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677098" y="5748933"/>
            <a:ext cx="269375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8B34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ppt-cinematic-keynote-deck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9518453" y="5761633"/>
            <a:ext cx="203327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8A8A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minimal-sans · full-bleed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0" y="6688733"/>
            <a:ext cx="12188952" cy="169267"/>
          </a:xfrm>
          <a:prstGeom prst="rect">
            <a:avLst/>
          </a:prstGeom>
          <a:solidFill>
            <a:srgbClr val="E8B3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845404" cy="363934"/>
          </a:xfrm>
          <a:prstGeom prst="rect">
            <a:avLst/>
          </a:prstGeom>
          <a:solidFill>
            <a:srgbClr val="F0531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60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916906"/>
            <a:ext cx="5947030" cy="1361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141414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Confident Color-Block Deck</a:t>
            </a:r>
            <a:endParaRPr lang="en-US" sz="3999" dirty="0"/>
          </a:p>
        </p:txBody>
      </p:sp>
      <p:sp>
        <p:nvSpPr>
          <p:cNvPr id="5" name="Text 3"/>
          <p:cNvSpPr/>
          <p:nvPr/>
        </p:nvSpPr>
        <p:spPr>
          <a:xfrm>
            <a:off x="677098" y="3515122"/>
            <a:ext cx="1625194" cy="67667"/>
          </a:xfrm>
          <a:prstGeom prst="rect">
            <a:avLst/>
          </a:prstGeom>
          <a:solidFill>
            <a:srgbClr val="F0531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785989"/>
            <a:ext cx="5947030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053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heavy-display · asymmetric · airy · snappy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435402"/>
            <a:ext cx="123861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689402"/>
            <a:ext cx="12386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4141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heavy-display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2331454" y="5435402"/>
            <a:ext cx="95269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2331454" y="5689402"/>
            <a:ext cx="95269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4141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705489" y="5435402"/>
            <a:ext cx="285807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705489" y="5689402"/>
            <a:ext cx="28580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4141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ppt-confident-color-block-deck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EFEFEF"/>
          </a:solidFill>
          <a:ln w="12698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2153444"/>
            <a:ext cx="4077062" cy="11382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494881"/>
            <a:ext cx="4077062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confident-color-block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#141414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#6E6E6E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#F0531C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E6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141414"/>
          </a:solidFill>
          <a:ln w="12698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E6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#141414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6E6E6E"/>
          </a:solidFill>
          <a:ln w="12698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E6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#6E6E6E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F0531C"/>
          </a:solidFill>
          <a:ln w="12698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E6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#F0531C</a:t>
            </a:r>
            <a:endParaRPr lang="en-US" sz="1333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C7D0DD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2563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61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5B647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NEW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703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14213D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Strategy Navy Deck</a:t>
            </a:r>
            <a:endParaRPr lang="en-US" sz="4133" dirty="0"/>
          </a:p>
        </p:txBody>
      </p:sp>
      <p:sp>
        <p:nvSpPr>
          <p:cNvPr id="6" name="Text 4"/>
          <p:cNvSpPr/>
          <p:nvPr/>
        </p:nvSpPr>
        <p:spPr>
          <a:xfrm>
            <a:off x="2200518" y="1414463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mixed · strict-grid · dense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044428"/>
            <a:ext cx="9311336" cy="1258094"/>
          </a:xfrm>
          <a:prstGeom prst="rect">
            <a:avLst/>
          </a:prstGeom>
          <a:solidFill>
            <a:srgbClr val="F1F4F9"/>
          </a:solidFill>
          <a:ln w="12698">
            <a:solidFill>
              <a:srgbClr val="C7D0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294063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421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4165154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#F1F4F9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#14213D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#5B6472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96515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C7D0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9844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B647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267250" y="5613400"/>
            <a:ext cx="965157" cy="236934"/>
          </a:xfrm>
          <a:prstGeom prst="rect">
            <a:avLst/>
          </a:prstGeom>
          <a:solidFill>
            <a:srgbClr val="F1F4F9"/>
          </a:solidFill>
          <a:ln w="12698">
            <a:solidFill>
              <a:srgbClr val="C7D0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267250" y="5918002"/>
            <a:ext cx="9844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B647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#F1F4F9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4333982" y="5613400"/>
            <a:ext cx="965157" cy="236934"/>
          </a:xfrm>
          <a:prstGeom prst="rect">
            <a:avLst/>
          </a:prstGeom>
          <a:solidFill>
            <a:srgbClr val="14213D"/>
          </a:solidFill>
          <a:ln w="12698">
            <a:solidFill>
              <a:srgbClr val="C7D0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333982" y="5918002"/>
            <a:ext cx="9844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B647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#14213D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5400714" y="5613400"/>
            <a:ext cx="965157" cy="236934"/>
          </a:xfrm>
          <a:prstGeom prst="rect">
            <a:avLst/>
          </a:prstGeom>
          <a:solidFill>
            <a:srgbClr val="5B6472"/>
          </a:solidFill>
          <a:ln w="12698">
            <a:solidFill>
              <a:srgbClr val="C7D0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400714" y="5918002"/>
            <a:ext cx="9844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B647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#5B6472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6771971" y="5664002"/>
            <a:ext cx="51803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B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1971" y="5918002"/>
            <a:ext cx="51803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421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mixed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7719868" y="5664002"/>
            <a:ext cx="113966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B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7719868" y="59180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421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9277213" y="5664002"/>
            <a:ext cx="227933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B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9277213" y="5918002"/>
            <a:ext cx="227933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421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ppt-strategy-navy-deck</a:t>
            </a:r>
            <a:endParaRPr lang="en-US" sz="1333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DE6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71774" y="541734"/>
            <a:ext cx="1845404" cy="363934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08729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62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369962" y="1487091"/>
            <a:ext cx="5448831" cy="703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Heritage Luxury Deck</a:t>
            </a:r>
            <a:endParaRPr lang="en-US" sz="4133" dirty="0"/>
          </a:p>
        </p:txBody>
      </p:sp>
      <p:sp>
        <p:nvSpPr>
          <p:cNvPr id="5" name="Text 3"/>
          <p:cNvSpPr/>
          <p:nvPr/>
        </p:nvSpPr>
        <p:spPr>
          <a:xfrm>
            <a:off x="4232209" y="2461220"/>
            <a:ext cx="3724336" cy="12700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369962" y="2744788"/>
            <a:ext cx="544883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A8893E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earth · serif-editorial · centered · balanced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369962" y="3267075"/>
            <a:ext cx="5448831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61564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design-diversity · heritage-luxury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F4EFE3"/>
          </a:solidFill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3A2E1F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A2E1F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61564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#EDE6D6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A2E1F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61564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#F4EFE3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A2E1F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61564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#3A2E1F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A2E1F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61564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#8A7C63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EDE6D6"/>
          </a:solidFill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156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#EDE6D6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4EFE3"/>
          </a:solidFill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156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#F4EFE3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3A2E1F"/>
          </a:solidFill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156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#3A2E1F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8A7C63"/>
          </a:solidFill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156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#8A7C63</a:t>
            </a:r>
            <a:endParaRPr lang="en-US" sz="1333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71774" y="541734"/>
            <a:ext cx="1845404" cy="363934"/>
          </a:xfrm>
          <a:prstGeom prst="rect">
            <a:avLst/>
          </a:prstGeom>
          <a:solidFill>
            <a:srgbClr val="3B6F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08729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63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154653" y="1487091"/>
            <a:ext cx="5879646" cy="703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1B233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Isometric Platform Deck</a:t>
            </a:r>
            <a:endParaRPr lang="en-US" sz="4133" dirty="0"/>
          </a:p>
        </p:txBody>
      </p:sp>
      <p:sp>
        <p:nvSpPr>
          <p:cNvPr id="5" name="Text 3"/>
          <p:cNvSpPr/>
          <p:nvPr/>
        </p:nvSpPr>
        <p:spPr>
          <a:xfrm>
            <a:off x="4232209" y="2461220"/>
            <a:ext cx="3724336" cy="12700"/>
          </a:xfrm>
          <a:prstGeom prst="rect">
            <a:avLst/>
          </a:prstGeom>
          <a:solidFill>
            <a:srgbClr val="E3E8E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154653" y="2744788"/>
            <a:ext cx="5879646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3B6FE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mono · minimal-sans · centered · airy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154653" y="3267075"/>
            <a:ext cx="5879646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5C66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isometric-platform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FFFFFF"/>
          </a:solidFill>
          <a:ln w="12698">
            <a:solidFill>
              <a:srgbClr val="E3E8E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B233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B233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5C66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#EEF1F5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B233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5C66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B233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5C66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#E3E8EF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B233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5C66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#1B2330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EEF1F5"/>
          </a:solidFill>
          <a:ln w="12698">
            <a:solidFill>
              <a:srgbClr val="E3E8E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67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#EEF1F5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E3E8E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67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E3E8EF"/>
          </a:solidFill>
          <a:ln w="12698">
            <a:solidFill>
              <a:srgbClr val="E3E8E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67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#E3E8EF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1B2330"/>
          </a:solidFill>
          <a:ln w="12698">
            <a:solidFill>
              <a:srgbClr val="E3E8E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67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#1B2330</a:t>
            </a:r>
            <a:endParaRPr lang="en-US" sz="1333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2319353" cy="363934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64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190750"/>
            <a:ext cx="5947030" cy="1361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MBB Ghost Deck Framework</a:t>
            </a:r>
            <a:endParaRPr lang="en-US" sz="3999" dirty="0"/>
          </a:p>
        </p:txBody>
      </p:sp>
      <p:sp>
        <p:nvSpPr>
          <p:cNvPr id="5" name="Text 3"/>
          <p:cNvSpPr/>
          <p:nvPr/>
        </p:nvSpPr>
        <p:spPr>
          <a:xfrm>
            <a:off x="677098" y="3788966"/>
            <a:ext cx="1625194" cy="676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4059833"/>
            <a:ext cx="594703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1F3A5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mono · minimal-sans · asymmetric · balanced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64002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C4C4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002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2336017" y="5664002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C4C4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2336017" y="5918002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791788" y="5664002"/>
            <a:ext cx="23829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C4C4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791788" y="5918002"/>
            <a:ext cx="23829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ppt-mckinsey-ghost-deck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EFEFEF"/>
          </a:solidFill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2018308"/>
            <a:ext cx="4077062" cy="11382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359745"/>
            <a:ext cx="4077062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C4C4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related · swiss-international-style, executive-minimal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C4C4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C4C4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#1A1A1A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C4C4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#3D4350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C4C4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#7A828F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3D4350"/>
          </a:solidFill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#3D4350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7A828F"/>
          </a:solidFill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#7A828F</a:t>
            </a:r>
            <a:endParaRPr lang="en-US" sz="1333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E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65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NEW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6125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23"/>
              </a:lnSpc>
              <a:buNone/>
            </a:pPr>
            <a:r>
              <a:rPr lang="en-US" sz="3600" b="1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Blueprint Schematic Deck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200518" y="1323777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dark · mono · strict-grid · dense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2999184"/>
            <a:ext cx="9311336" cy="1258094"/>
          </a:xfrm>
          <a:prstGeom prst="rect">
            <a:avLst/>
          </a:prstGeom>
          <a:solidFill>
            <a:srgbClr val="1D2A4A"/>
          </a:solidFill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248819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598"/>
            <a:ext cx="3602922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#0E1B3D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#E8EEF7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#8FA3C8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#4FC8E8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598"/>
            <a:ext cx="824500" cy="236934"/>
          </a:xfrm>
          <a:prstGeom prst="rect">
            <a:avLst/>
          </a:prstGeom>
          <a:solidFill>
            <a:srgbClr val="0E1B3D"/>
          </a:solidFill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200"/>
            <a:ext cx="84099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#0E1B3D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126593" y="5613598"/>
            <a:ext cx="824500" cy="236934"/>
          </a:xfrm>
          <a:prstGeom prst="rect">
            <a:avLst/>
          </a:prstGeom>
          <a:solidFill>
            <a:srgbClr val="E8EEF7"/>
          </a:solidFill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126593" y="5918200"/>
            <a:ext cx="84099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#E8EEF7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4052668" y="5613598"/>
            <a:ext cx="824500" cy="236934"/>
          </a:xfrm>
          <a:prstGeom prst="rect">
            <a:avLst/>
          </a:prstGeom>
          <a:solidFill>
            <a:srgbClr val="8FA3C8"/>
          </a:solidFill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052668" y="5918200"/>
            <a:ext cx="84099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#8FA3C8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4978743" y="5613598"/>
            <a:ext cx="824500" cy="236934"/>
          </a:xfrm>
          <a:prstGeom prst="rect">
            <a:avLst/>
          </a:prstGeom>
          <a:solidFill>
            <a:srgbClr val="4FC8E8"/>
          </a:solidFill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978743" y="5918200"/>
            <a:ext cx="84099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#4FC8E8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6209739" y="5638800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209739" y="5918200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7110420" y="5638800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7110420" y="5918200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8667765" y="5638800"/>
            <a:ext cx="290097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8667765" y="5918200"/>
            <a:ext cx="290097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ppt-blueprint-schematic-deck</a:t>
            </a:r>
            <a:endParaRPr lang="en-US" sz="1333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6449479" cy="567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66"/>
              </a:lnSpc>
              <a:buNone/>
            </a:pPr>
            <a:r>
              <a:rPr lang="en-US" sz="3333" b="1" dirty="0">
                <a:solidFill>
                  <a:srgbClr val="1C1A17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Editorial Infographic Deck</a:t>
            </a:r>
            <a:endParaRPr lang="en-US" sz="3333" dirty="0"/>
          </a:p>
        </p:txBody>
      </p:sp>
      <p:sp>
        <p:nvSpPr>
          <p:cNvPr id="3" name="Text 1"/>
          <p:cNvSpPr/>
          <p:nvPr/>
        </p:nvSpPr>
        <p:spPr>
          <a:xfrm>
            <a:off x="677098" y="1244402"/>
            <a:ext cx="6449479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B22B1F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vivid-primary · serif-editorial · block-grid · balanced · none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666450" y="508000"/>
            <a:ext cx="1845404" cy="363934"/>
          </a:xfrm>
          <a:prstGeom prst="rect">
            <a:avLst/>
          </a:prstGeom>
          <a:solidFill>
            <a:srgbClr val="B22B1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18812" y="575667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66 / 92 · new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834356"/>
            <a:ext cx="7009044" cy="3533577"/>
          </a:xfrm>
          <a:prstGeom prst="rect">
            <a:avLst/>
          </a:prstGeom>
          <a:solidFill>
            <a:srgbClr val="E7E4DD"/>
          </a:solidFill>
          <a:ln w="12698">
            <a:solidFill>
              <a:srgbClr val="C8C2B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21633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C1A1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834356"/>
            <a:ext cx="3588837" cy="2763441"/>
          </a:xfrm>
          <a:prstGeom prst="rect">
            <a:avLst/>
          </a:prstGeom>
          <a:solidFill>
            <a:srgbClr val="E7E4DD"/>
          </a:solidFill>
          <a:ln w="12698">
            <a:solidFill>
              <a:srgbClr val="C8C2B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2946003"/>
            <a:ext cx="3151487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6B655B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design-diversity · editorial-infographic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34731"/>
            <a:ext cx="3588837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C1A1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B655B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#F6F3EC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C1A1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B655B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#1C1A17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C1A1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B655B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#6B655B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C1A1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B655B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#33302A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34731"/>
            <a:ext cx="821127" cy="236934"/>
          </a:xfrm>
          <a:prstGeom prst="rect">
            <a:avLst/>
          </a:prstGeom>
          <a:solidFill>
            <a:srgbClr val="F6F3EC"/>
          </a:solidFill>
          <a:ln w="12698">
            <a:solidFill>
              <a:srgbClr val="C8C2B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655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#F6F3EC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34731"/>
            <a:ext cx="821127" cy="236934"/>
          </a:xfrm>
          <a:prstGeom prst="rect">
            <a:avLst/>
          </a:prstGeom>
          <a:solidFill>
            <a:srgbClr val="1C1A17"/>
          </a:solidFill>
          <a:ln w="12698">
            <a:solidFill>
              <a:srgbClr val="C8C2B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655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#1C1A17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34731"/>
            <a:ext cx="821127" cy="236934"/>
          </a:xfrm>
          <a:prstGeom prst="rect">
            <a:avLst/>
          </a:prstGeom>
          <a:solidFill>
            <a:srgbClr val="6B655B"/>
          </a:solidFill>
          <a:ln w="12698">
            <a:solidFill>
              <a:srgbClr val="C8C2B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655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#6B655B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34731"/>
            <a:ext cx="821127" cy="236934"/>
          </a:xfrm>
          <a:prstGeom prst="rect">
            <a:avLst/>
          </a:prstGeom>
          <a:solidFill>
            <a:srgbClr val="33302A"/>
          </a:solidFill>
          <a:ln w="12698">
            <a:solidFill>
              <a:srgbClr val="C8C2B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655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#33302A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38800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B655B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C1A1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serif-editorial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640741" y="56388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B655B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640741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C1A1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4096512" y="5638800"/>
            <a:ext cx="310818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B655B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4096512" y="5918200"/>
            <a:ext cx="310818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C1A1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ppt-editorial-infographic-deck</a:t>
            </a:r>
            <a:endParaRPr lang="en-US" sz="1333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B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6246517" cy="4764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752"/>
              </a:lnSpc>
              <a:buNone/>
            </a:pPr>
            <a:r>
              <a:rPr lang="en-US" sz="2800" b="1" dirty="0">
                <a:solidFill>
                  <a:srgbClr val="211B33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Vivid Gradient Infographic Deck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77098" y="1153716"/>
            <a:ext cx="6246517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7C3A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gradient · heavy-display · block-grid · balanced · playful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67 / 92 · variant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743670"/>
            <a:ext cx="7009044" cy="3649663"/>
          </a:xfrm>
          <a:prstGeom prst="roundRect">
            <a:avLst>
              <a:gd name="adj" fmla="val 4639"/>
            </a:avLst>
          </a:prstGeom>
          <a:solidFill>
            <a:srgbClr val="FFFFFF"/>
          </a:solidFill>
          <a:ln w="12698">
            <a:solidFill>
              <a:srgbClr val="ECE8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189089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21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743670"/>
            <a:ext cx="3588837" cy="2879527"/>
          </a:xfrm>
          <a:prstGeom prst="roundRect">
            <a:avLst>
              <a:gd name="adj" fmla="val 5880"/>
            </a:avLst>
          </a:prstGeom>
          <a:solidFill>
            <a:srgbClr val="FFFFFF"/>
          </a:solidFill>
          <a:ln w="12698">
            <a:solidFill>
              <a:srgbClr val="ECE8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2913261"/>
            <a:ext cx="3151487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7C75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related · gradient-mesh, aurora-neon-glow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1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C75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#FBFAFE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1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C75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1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C75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#211B33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1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C75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#7C7591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FBFAFE"/>
          </a:solidFill>
          <a:ln w="12698">
            <a:solidFill>
              <a:srgbClr val="ECE8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C759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#FBFAFE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ECE8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C759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211B33"/>
          </a:solidFill>
          <a:ln w="12698">
            <a:solidFill>
              <a:srgbClr val="ECE8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C759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#211B33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7C7591"/>
          </a:solidFill>
          <a:ln w="12698">
            <a:solidFill>
              <a:srgbClr val="ECE8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C759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#7C7591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34687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C75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3468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11B3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heavy-display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437592" y="5664200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C75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437592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11B3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893362" y="5664200"/>
            <a:ext cx="362621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C75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893362" y="5918200"/>
            <a:ext cx="36262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11B3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ppt-vivid-gradient-infographic-deck</a:t>
            </a:r>
            <a:endParaRPr lang="en-US" sz="1333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5931449" cy="4764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752"/>
              </a:lnSpc>
              <a:buNone/>
            </a:pPr>
            <a:r>
              <a:rPr lang="en-US" sz="2800" b="1" dirty="0">
                <a:solidFill>
                  <a:srgbClr val="2A2D34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Bold Block Infographic Deck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77098" y="1153716"/>
            <a:ext cx="5931449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2A2D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heavy-display · block-grid · dense · none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666450" y="508000"/>
            <a:ext cx="1845404" cy="363934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18812" y="575667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68 / 92 · new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743670"/>
            <a:ext cx="7009044" cy="3649663"/>
          </a:xfrm>
          <a:prstGeom prst="rect">
            <a:avLst/>
          </a:prstGeom>
          <a:solidFill>
            <a:srgbClr val="2A2D34"/>
          </a:solidFill>
          <a:ln w="12698">
            <a:solidFill>
              <a:srgbClr val="D0D1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189089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743670"/>
            <a:ext cx="3588837" cy="2879527"/>
          </a:xfrm>
          <a:prstGeom prst="rect">
            <a:avLst/>
          </a:prstGeom>
          <a:solidFill>
            <a:srgbClr val="2A2D34"/>
          </a:solidFill>
          <a:ln w="12698">
            <a:solidFill>
              <a:srgbClr val="D0D1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2913261"/>
            <a:ext cx="3151487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D0D1D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bold-block-infographic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A2D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B6F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A2D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B6F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#2A2D34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A2D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B6F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#6B6F76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A2D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B6F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#E8A317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D0D1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6F7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2A2D34"/>
          </a:solidFill>
          <a:ln w="12698">
            <a:solidFill>
              <a:srgbClr val="D0D1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6F7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#2A2D34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6B6F76"/>
          </a:solidFill>
          <a:ln w="12698">
            <a:solidFill>
              <a:srgbClr val="D0D1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6F7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#6B6F76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E8A317"/>
          </a:solidFill>
          <a:ln w="12698">
            <a:solidFill>
              <a:srgbClr val="D0D1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6F7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#E8A317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34687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B6F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3468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A2D3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heavy-display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437592" y="5664200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B6F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437592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A2D3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893362" y="5664200"/>
            <a:ext cx="321178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B6F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893362" y="5918200"/>
            <a:ext cx="321178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A2D3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ppt-bold-block-infographic-deck</a:t>
            </a:r>
            <a:endParaRPr lang="en-US" sz="1333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0B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2319353" cy="363934"/>
          </a:xfrm>
          <a:prstGeom prst="rect">
            <a:avLst/>
          </a:prstGeom>
          <a:solidFill>
            <a:srgbClr val="22D3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69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934369"/>
            <a:ext cx="11051451" cy="7260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717"/>
              </a:lnSpc>
              <a:buNone/>
            </a:pPr>
            <a:r>
              <a:rPr lang="en-US" sz="4266" b="1" dirty="0">
                <a:solidFill>
                  <a:srgbClr val="E8EA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Prismatic Dark Diagram Deck</a:t>
            </a:r>
            <a:endParaRPr lang="en-US" sz="4266" dirty="0"/>
          </a:p>
        </p:txBody>
      </p:sp>
      <p:sp>
        <p:nvSpPr>
          <p:cNvPr id="5" name="Text 3"/>
          <p:cNvSpPr/>
          <p:nvPr/>
        </p:nvSpPr>
        <p:spPr>
          <a:xfrm>
            <a:off x="677098" y="2931319"/>
            <a:ext cx="2031492" cy="67667"/>
          </a:xfrm>
          <a:prstGeom prst="rect">
            <a:avLst/>
          </a:prstGeom>
          <a:solidFill>
            <a:srgbClr val="22D3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235920"/>
            <a:ext cx="1105145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22D3E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gradient · minimal-sans · full-bleed · balanced · snappy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4617442"/>
            <a:ext cx="638938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E8EA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516719" y="4843066"/>
            <a:ext cx="3995135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A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9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#0B0E1A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A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9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#141A2E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A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9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#E8EAF0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A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9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#8A90A6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16719" y="4843066"/>
            <a:ext cx="922702" cy="236934"/>
          </a:xfrm>
          <a:prstGeom prst="rect">
            <a:avLst/>
          </a:prstGeom>
          <a:solidFill>
            <a:srgbClr val="0B0E1A"/>
          </a:solidFill>
          <a:ln w="12698">
            <a:solidFill>
              <a:srgbClr val="1E233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1671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90A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#0B0E1A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8540995" y="4843066"/>
            <a:ext cx="922702" cy="236934"/>
          </a:xfrm>
          <a:prstGeom prst="rect">
            <a:avLst/>
          </a:prstGeom>
          <a:solidFill>
            <a:srgbClr val="141A2E"/>
          </a:solidFill>
          <a:ln w="12698">
            <a:solidFill>
              <a:srgbClr val="1E233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40995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90A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#141A2E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9565272" y="4843066"/>
            <a:ext cx="922702" cy="236934"/>
          </a:xfrm>
          <a:prstGeom prst="rect">
            <a:avLst/>
          </a:prstGeom>
          <a:solidFill>
            <a:srgbClr val="E8EAF0"/>
          </a:solidFill>
          <a:ln w="12698">
            <a:solidFill>
              <a:srgbClr val="1E233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65272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90A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#E8EAF0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0589549" y="4843066"/>
            <a:ext cx="922702" cy="236934"/>
          </a:xfrm>
          <a:prstGeom prst="rect">
            <a:avLst/>
          </a:prstGeom>
          <a:solidFill>
            <a:srgbClr val="8A90A6"/>
          </a:solidFill>
          <a:ln w="12698">
            <a:solidFill>
              <a:srgbClr val="1E233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8954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90A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#8A90A6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677098" y="5748933"/>
            <a:ext cx="23829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2D3E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ppt-prismatic-dark-deck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9518453" y="5761633"/>
            <a:ext cx="203327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8A9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minimal-sans · full-bleed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0" y="6688733"/>
            <a:ext cx="12188952" cy="169267"/>
          </a:xfrm>
          <a:prstGeom prst="rect">
            <a:avLst/>
          </a:prstGeom>
          <a:solidFill>
            <a:srgbClr val="22D3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A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71774" y="541734"/>
            <a:ext cx="1845404" cy="363934"/>
          </a:xfrm>
          <a:prstGeom prst="rect">
            <a:avLst/>
          </a:prstGeom>
          <a:solidFill>
            <a:srgbClr val="8B72D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08729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70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102850" y="1487091"/>
            <a:ext cx="5983252" cy="703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3A3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Soft Pastel System Deck</a:t>
            </a:r>
            <a:endParaRPr lang="en-US" sz="4133" dirty="0"/>
          </a:p>
        </p:txBody>
      </p:sp>
      <p:sp>
        <p:nvSpPr>
          <p:cNvPr id="5" name="Text 3"/>
          <p:cNvSpPr/>
          <p:nvPr/>
        </p:nvSpPr>
        <p:spPr>
          <a:xfrm>
            <a:off x="4232209" y="2461220"/>
            <a:ext cx="3724336" cy="12700"/>
          </a:xfrm>
          <a:prstGeom prst="rect">
            <a:avLst/>
          </a:prstGeom>
          <a:solidFill>
            <a:srgbClr val="D0CD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102850" y="2744788"/>
            <a:ext cx="598325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8B7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pastel · minimal-sans · centered · balanced · snappy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102850" y="3267075"/>
            <a:ext cx="5983252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6460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soft-pastel-system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oundRect">
            <a:avLst>
              <a:gd name="adj" fmla="val 13458"/>
            </a:avLst>
          </a:prstGeom>
          <a:solidFill>
            <a:srgbClr val="FFFFFF"/>
          </a:solidFill>
          <a:ln w="12698">
            <a:solidFill>
              <a:srgbClr val="D0CDC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3A3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A3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6460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#FAF7F4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A3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6460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A3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6460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#3A3640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A3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6460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#8A8492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AF7F4"/>
          </a:solidFill>
          <a:ln w="12698">
            <a:solidFill>
              <a:srgbClr val="D0CDC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460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#FAF7F4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D0CDC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460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3A3640"/>
          </a:solidFill>
          <a:ln w="12698">
            <a:solidFill>
              <a:srgbClr val="D0CDC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460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#3A3640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8A8492"/>
          </a:solidFill>
          <a:ln w="12698">
            <a:solidFill>
              <a:srgbClr val="D0CDC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460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#8A8492</a:t>
            </a:r>
            <a:endParaRPr lang="en-US" sz="1333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FE9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3330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71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5C595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NEW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6125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23"/>
              </a:lnSpc>
              <a:buNone/>
            </a:pPr>
            <a:r>
              <a:rPr lang="en-US" sz="3600" b="1" dirty="0">
                <a:solidFill>
                  <a:srgbClr val="33302A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Archival Index Deck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200518" y="1323777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3330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mono · mixed · strict-grid · dense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2999184"/>
            <a:ext cx="9311336" cy="1258094"/>
          </a:xfrm>
          <a:prstGeom prst="rect">
            <a:avLst/>
          </a:prstGeom>
          <a:solidFill>
            <a:srgbClr val="F6F2E8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248819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598"/>
            <a:ext cx="4063579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330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59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#EFE9DD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330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59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#F6F2E8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330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59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#FBF8F0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330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59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#33302A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598"/>
            <a:ext cx="939763" cy="236934"/>
          </a:xfrm>
          <a:prstGeom prst="rect">
            <a:avLst/>
          </a:prstGeom>
          <a:solidFill>
            <a:srgbClr val="EFE9DD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200"/>
            <a:ext cx="95855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595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#EFE9DD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241857" y="5613598"/>
            <a:ext cx="939763" cy="236934"/>
          </a:xfrm>
          <a:prstGeom prst="rect">
            <a:avLst/>
          </a:prstGeom>
          <a:solidFill>
            <a:srgbClr val="F6F2E8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241857" y="5918200"/>
            <a:ext cx="95855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595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#F6F2E8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4283195" y="5613598"/>
            <a:ext cx="939763" cy="236934"/>
          </a:xfrm>
          <a:prstGeom prst="rect">
            <a:avLst/>
          </a:prstGeom>
          <a:solidFill>
            <a:srgbClr val="FBF8F0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283195" y="5918200"/>
            <a:ext cx="95855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595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#FBF8F0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5324533" y="5613598"/>
            <a:ext cx="939763" cy="236934"/>
          </a:xfrm>
          <a:prstGeom prst="rect">
            <a:avLst/>
          </a:prstGeom>
          <a:solidFill>
            <a:srgbClr val="33302A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324533" y="5918200"/>
            <a:ext cx="95855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595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#33302A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6670396" y="5664200"/>
            <a:ext cx="51803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C59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670396" y="5918200"/>
            <a:ext cx="51803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330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mixed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7618293" y="5664200"/>
            <a:ext cx="113966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C59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7618293" y="5918200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330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9175638" y="5664200"/>
            <a:ext cx="23829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C59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9175638" y="5918200"/>
            <a:ext cx="23829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330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ppt-archival-index-deck</a:t>
            </a:r>
            <a:endParaRPr lang="en-US" sz="1333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2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71774" y="541734"/>
            <a:ext cx="1845404" cy="363934"/>
          </a:xfrm>
          <a:prstGeom prst="rect">
            <a:avLst/>
          </a:prstGeom>
          <a:solidFill>
            <a:srgbClr val="C269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08729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72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582594" y="1487091"/>
            <a:ext cx="7023765" cy="703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3D35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Warm Minimal Diagram Deck</a:t>
            </a:r>
            <a:endParaRPr lang="en-US" sz="4133" dirty="0"/>
          </a:p>
        </p:txBody>
      </p:sp>
      <p:sp>
        <p:nvSpPr>
          <p:cNvPr id="5" name="Text 3"/>
          <p:cNvSpPr/>
          <p:nvPr/>
        </p:nvSpPr>
        <p:spPr>
          <a:xfrm>
            <a:off x="4232209" y="2461220"/>
            <a:ext cx="3724336" cy="12700"/>
          </a:xfrm>
          <a:prstGeom prst="rect">
            <a:avLst/>
          </a:prstGeom>
          <a:solidFill>
            <a:srgbClr val="3D35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582594" y="2744788"/>
            <a:ext cx="7023765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C269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earth · minimal-sans · centered · airy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582594" y="3267075"/>
            <a:ext cx="7023765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655D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warm-minimal-diagram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oundRect">
            <a:avLst>
              <a:gd name="adj" fmla="val 13458"/>
            </a:avLst>
          </a:prstGeom>
          <a:solidFill>
            <a:srgbClr val="FBF7EF"/>
          </a:solidFill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D35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655D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#F2EBDF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D35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655D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#FBF7EF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D35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655D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#3D3528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D35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655D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#8A8170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2EBDF"/>
          </a:solidFill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55D5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#F2EBDF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BF7EF"/>
          </a:solidFill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55D5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#FBF7EF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3D3528"/>
          </a:solidFill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55D5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#3D3528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8A8170"/>
          </a:solidFill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55D5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#8A8170</a:t>
            </a:r>
            <a:endParaRPr lang="en-US" sz="1333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D6DAD8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177B5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73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5B636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VARIANT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8167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431"/>
              </a:lnSpc>
              <a:buNone/>
            </a:pPr>
            <a:r>
              <a:rPr lang="en-US" sz="4799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BCG 익스히빗 덱</a:t>
            </a:r>
            <a:endParaRPr lang="en-US" sz="4799" dirty="0"/>
          </a:p>
        </p:txBody>
      </p:sp>
      <p:sp>
        <p:nvSpPr>
          <p:cNvPr id="6" name="Text 4"/>
          <p:cNvSpPr/>
          <p:nvPr/>
        </p:nvSpPr>
        <p:spPr>
          <a:xfrm>
            <a:off x="2200518" y="1527969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minimal-sans · strict-grid · balanced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101181"/>
            <a:ext cx="9311336" cy="1258094"/>
          </a:xfrm>
          <a:prstGeom prst="rect">
            <a:avLst/>
          </a:prstGeom>
          <a:solidFill>
            <a:srgbClr val="F2F4F3"/>
          </a:solidFill>
          <a:ln w="12698">
            <a:solidFill>
              <a:srgbClr val="D6DA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350816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3657281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#F2F4F3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#1A1A1A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#5B636E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838189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D6DA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85495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B636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140282" y="5613400"/>
            <a:ext cx="838189" cy="236934"/>
          </a:xfrm>
          <a:prstGeom prst="rect">
            <a:avLst/>
          </a:prstGeom>
          <a:solidFill>
            <a:srgbClr val="F2F4F3"/>
          </a:solidFill>
          <a:ln w="12698">
            <a:solidFill>
              <a:srgbClr val="D6DA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140282" y="5918002"/>
            <a:ext cx="85495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B636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#F2F4F3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4080045" y="5613400"/>
            <a:ext cx="838189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D6DA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080045" y="5918002"/>
            <a:ext cx="85495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B636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5019809" y="5613400"/>
            <a:ext cx="838189" cy="236934"/>
          </a:xfrm>
          <a:prstGeom prst="rect">
            <a:avLst/>
          </a:prstGeom>
          <a:solidFill>
            <a:srgbClr val="5B636E"/>
          </a:solidFill>
          <a:ln w="12698">
            <a:solidFill>
              <a:srgbClr val="D6DA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019809" y="5918002"/>
            <a:ext cx="85495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B636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#5B636E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6264098" y="5664002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264098" y="5918002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7923017" y="5664002"/>
            <a:ext cx="113966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7923017" y="59180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9480362" y="5664002"/>
            <a:ext cx="2072122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9480362" y="5918002"/>
            <a:ext cx="20721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ppt-bcg-exhibit-deck</a:t>
            </a:r>
            <a:endParaRPr lang="en-US" sz="1333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74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096375" y="1362273"/>
            <a:ext cx="5996203" cy="952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7503"/>
              </a:lnSpc>
              <a:buNone/>
            </a:pPr>
            <a:r>
              <a:rPr lang="en-US" sz="5599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베인 리절츠 덱</a:t>
            </a:r>
            <a:endParaRPr lang="en-US" sz="5599" dirty="0"/>
          </a:p>
        </p:txBody>
      </p:sp>
      <p:sp>
        <p:nvSpPr>
          <p:cNvPr id="5" name="Text 3"/>
          <p:cNvSpPr/>
          <p:nvPr/>
        </p:nvSpPr>
        <p:spPr>
          <a:xfrm>
            <a:off x="4232209" y="2586038"/>
            <a:ext cx="3724336" cy="12700"/>
          </a:xfrm>
          <a:prstGeom prst="rect">
            <a:avLst/>
          </a:prstGeom>
          <a:solidFill>
            <a:srgbClr val="CBCCC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096375" y="2869605"/>
            <a:ext cx="5996203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CC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minimal-sans · centered · balanced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096375" y="3391892"/>
            <a:ext cx="5996203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54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related · executive-minimal, corporate-blue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F4F5F6"/>
          </a:solidFill>
          <a:ln w="12698">
            <a:solidFill>
              <a:srgbClr val="CBCCC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54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54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#F4F5F6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54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#111827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54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#9CA3AF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CBCCC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54B5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4F5F6"/>
          </a:solidFill>
          <a:ln w="12698">
            <a:solidFill>
              <a:srgbClr val="CBCCC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54B5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#F4F5F6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111827"/>
          </a:solidFill>
          <a:ln w="12698">
            <a:solidFill>
              <a:srgbClr val="CBCCC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54B5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#111827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9CA3AF"/>
          </a:solidFill>
          <a:ln w="12698">
            <a:solidFill>
              <a:srgbClr val="CBCCC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54B5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#9CA3AF</a:t>
            </a:r>
            <a:endParaRPr lang="en-US" sz="1333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3B4759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C8A24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75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9AA6B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NEW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8167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431"/>
              </a:lnSpc>
              <a:buNone/>
            </a:pPr>
            <a:r>
              <a:rPr lang="en-US" sz="4799" b="1" dirty="0">
                <a:solidFill>
                  <a:srgbClr val="E8E5DE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골드만 IR 덱</a:t>
            </a:r>
            <a:endParaRPr lang="en-US" sz="4799" dirty="0"/>
          </a:p>
        </p:txBody>
      </p:sp>
      <p:sp>
        <p:nvSpPr>
          <p:cNvPr id="6" name="Text 4"/>
          <p:cNvSpPr/>
          <p:nvPr/>
        </p:nvSpPr>
        <p:spPr>
          <a:xfrm>
            <a:off x="2200518" y="1527969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C8A24B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dark · serif-editorial · strict-grid · balanced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101181"/>
            <a:ext cx="9311336" cy="1258094"/>
          </a:xfrm>
          <a:prstGeom prst="rect">
            <a:avLst/>
          </a:prstGeom>
          <a:solidFill>
            <a:srgbClr val="1F3A5F"/>
          </a:solidFill>
          <a:ln w="12698">
            <a:solidFill>
              <a:srgbClr val="3B475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350816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3454132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5DE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9AA6B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#0A1A33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5DE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9AA6B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#1F3A5F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5DE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9AA6B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#E8E5DE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5DE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9AA6B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#9AA6BC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787402" cy="236934"/>
          </a:xfrm>
          <a:prstGeom prst="rect">
            <a:avLst/>
          </a:prstGeom>
          <a:solidFill>
            <a:srgbClr val="0A1A33"/>
          </a:solidFill>
          <a:ln w="12698">
            <a:solidFill>
              <a:srgbClr val="3B475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803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AA6B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#0A1A33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089495" y="5613400"/>
            <a:ext cx="787402" cy="236934"/>
          </a:xfrm>
          <a:prstGeom prst="rect">
            <a:avLst/>
          </a:prstGeom>
          <a:solidFill>
            <a:srgbClr val="1F3A5F"/>
          </a:solidFill>
          <a:ln w="12698">
            <a:solidFill>
              <a:srgbClr val="3B475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089495" y="5918002"/>
            <a:ext cx="803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AA6B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#1F3A5F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3978471" y="5613400"/>
            <a:ext cx="787402" cy="236934"/>
          </a:xfrm>
          <a:prstGeom prst="rect">
            <a:avLst/>
          </a:prstGeom>
          <a:solidFill>
            <a:srgbClr val="E8E5DE"/>
          </a:solidFill>
          <a:ln w="12698">
            <a:solidFill>
              <a:srgbClr val="3B475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978471" y="5918002"/>
            <a:ext cx="803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AA6B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#E8E5DE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4867447" y="5613400"/>
            <a:ext cx="787402" cy="236934"/>
          </a:xfrm>
          <a:prstGeom prst="rect">
            <a:avLst/>
          </a:prstGeom>
          <a:solidFill>
            <a:srgbClr val="9AA6BC"/>
          </a:solidFill>
          <a:ln w="12698">
            <a:solidFill>
              <a:srgbClr val="3B475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867447" y="5918002"/>
            <a:ext cx="803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AA6B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#9AA6BC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6060948" y="5638602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9AA6B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060948" y="5918002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8E5D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serif-editorial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8024592" y="56386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9AA6B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8024592" y="59180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8E5D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9581937" y="5638602"/>
            <a:ext cx="19685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9AA6B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9581937" y="5918002"/>
            <a:ext cx="19685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8E5D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ppt-goldman-ir-deck</a:t>
            </a:r>
            <a:endParaRPr lang="en-US" sz="1333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5413418" cy="680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1616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Every 골든 그리드 키노트</a:t>
            </a:r>
            <a:endParaRPr lang="en-US" sz="3999" dirty="0"/>
          </a:p>
        </p:txBody>
      </p:sp>
      <p:sp>
        <p:nvSpPr>
          <p:cNvPr id="3" name="Text 1"/>
          <p:cNvSpPr/>
          <p:nvPr/>
        </p:nvSpPr>
        <p:spPr>
          <a:xfrm>
            <a:off x="677098" y="1357908"/>
            <a:ext cx="5413418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B5A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mono · minimal-sans · block-grid · balanced · subtle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666450" y="508000"/>
            <a:ext cx="1845404" cy="363934"/>
          </a:xfrm>
          <a:prstGeom prst="rect">
            <a:avLst/>
          </a:prstGeom>
          <a:solidFill>
            <a:srgbClr val="B5A6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18812" y="575667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76 / 92 · new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947862"/>
            <a:ext cx="7009044" cy="3445470"/>
          </a:xfrm>
          <a:prstGeom prst="rect">
            <a:avLst/>
          </a:prstGeom>
          <a:solidFill>
            <a:srgbClr val="EAEAE8"/>
          </a:solidFill>
          <a:ln w="12698">
            <a:solidFill>
              <a:srgbClr val="D8D8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91086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616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947862"/>
            <a:ext cx="3588837" cy="2675334"/>
          </a:xfrm>
          <a:prstGeom prst="rect">
            <a:avLst/>
          </a:prstGeom>
          <a:solidFill>
            <a:srgbClr val="EAEAE8"/>
          </a:solidFill>
          <a:ln w="12698">
            <a:solidFill>
              <a:srgbClr val="D8D8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150394"/>
            <a:ext cx="2641955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6E6E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golden-grid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6E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#FAFAF8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6E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#161616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6E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#6E6E68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6E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#B5A642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FAFAF8"/>
          </a:solidFill>
          <a:ln w="12698">
            <a:solidFill>
              <a:srgbClr val="D8D8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E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#FAFAF8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161616"/>
          </a:solidFill>
          <a:ln w="12698">
            <a:solidFill>
              <a:srgbClr val="D8D8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E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#161616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6E6E68"/>
          </a:solidFill>
          <a:ln w="12698">
            <a:solidFill>
              <a:srgbClr val="D8D8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E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#6E6E68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B5A642"/>
          </a:solidFill>
          <a:ln w="12698">
            <a:solidFill>
              <a:srgbClr val="D8D8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E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#B5A642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6E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6161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336017" y="5664200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6E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336017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6161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791788" y="5664200"/>
            <a:ext cx="300457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6E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791788" y="5918200"/>
            <a:ext cx="300457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6161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ppt-every-golden-grid-keynote</a:t>
            </a:r>
            <a:endParaRPr lang="en-US" sz="1333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F3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1845404" cy="363934"/>
          </a:xfrm>
          <a:prstGeom prst="rect">
            <a:avLst/>
          </a:prstGeom>
          <a:solidFill>
            <a:srgbClr val="0E0E0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575667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77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786930"/>
            <a:ext cx="11051451" cy="10209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39"/>
              </a:lnSpc>
              <a:buNone/>
            </a:pPr>
            <a:r>
              <a:rPr lang="en-US" sz="5999" b="1" dirty="0">
                <a:solidFill>
                  <a:srgbClr val="FFFFFF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Pattern 볼드 포스터 키노트</a:t>
            </a:r>
            <a:endParaRPr lang="en-US" sz="5999" dirty="0"/>
          </a:p>
        </p:txBody>
      </p:sp>
      <p:sp>
        <p:nvSpPr>
          <p:cNvPr id="5" name="Text 3"/>
          <p:cNvSpPr/>
          <p:nvPr/>
        </p:nvSpPr>
        <p:spPr>
          <a:xfrm>
            <a:off x="677098" y="3078758"/>
            <a:ext cx="2031492" cy="67667"/>
          </a:xfrm>
          <a:prstGeom prst="rect">
            <a:avLst/>
          </a:prstGeom>
          <a:solidFill>
            <a:srgbClr val="0E0E0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383359"/>
            <a:ext cx="1105145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E0E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heavy-display · full-bleed · airy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4617442"/>
            <a:ext cx="638938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516719" y="4843066"/>
            <a:ext cx="3995135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E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#1F3DFF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E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#FF4D2E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E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E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#0E0E0E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16719" y="4843066"/>
            <a:ext cx="922702" cy="236934"/>
          </a:xfrm>
          <a:prstGeom prst="rect">
            <a:avLst/>
          </a:prstGeom>
          <a:solidFill>
            <a:srgbClr val="1F3DFF"/>
          </a:solidFill>
          <a:ln w="12698">
            <a:solidFill>
              <a:srgbClr val="5068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1671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ED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#1F3DFF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8540995" y="4843066"/>
            <a:ext cx="922702" cy="236934"/>
          </a:xfrm>
          <a:prstGeom prst="rect">
            <a:avLst/>
          </a:prstGeom>
          <a:solidFill>
            <a:srgbClr val="FF4D2E"/>
          </a:solidFill>
          <a:ln w="12698">
            <a:solidFill>
              <a:srgbClr val="5068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40995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ED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#FF4D2E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9565272" y="4843066"/>
            <a:ext cx="922702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5068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65272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ED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0589549" y="4843066"/>
            <a:ext cx="922702" cy="236934"/>
          </a:xfrm>
          <a:prstGeom prst="rect">
            <a:avLst/>
          </a:prstGeom>
          <a:solidFill>
            <a:srgbClr val="0E0E0E"/>
          </a:solidFill>
          <a:ln w="12698">
            <a:solidFill>
              <a:srgbClr val="5068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8954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ED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#0E0E0E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677098" y="5748933"/>
            <a:ext cx="321178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E0E0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ppt-pattern-bold-poster-keynote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9454968" y="5761633"/>
            <a:ext cx="209802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CE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heavy-display · full-bleed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0" y="6688733"/>
            <a:ext cx="12188952" cy="169267"/>
          </a:xfrm>
          <a:prstGeom prst="rect">
            <a:avLst/>
          </a:prstGeom>
          <a:solidFill>
            <a:srgbClr val="0E0E0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845404" cy="363934"/>
          </a:xfrm>
          <a:prstGeom prst="rect">
            <a:avLst/>
          </a:prstGeom>
          <a:solidFill>
            <a:srgbClr val="2EE6A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78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962944"/>
            <a:ext cx="5947030" cy="15882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253"/>
              </a:lnSpc>
              <a:buNone/>
            </a:pPr>
            <a:r>
              <a:rPr lang="en-US" sz="4666" b="1" dirty="0">
                <a:solidFill>
                  <a:srgbClr val="F4F4F6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Altezza 울트라모던 키노트</a:t>
            </a:r>
            <a:endParaRPr lang="en-US" sz="4666" dirty="0"/>
          </a:p>
        </p:txBody>
      </p:sp>
      <p:sp>
        <p:nvSpPr>
          <p:cNvPr id="5" name="Text 3"/>
          <p:cNvSpPr/>
          <p:nvPr/>
        </p:nvSpPr>
        <p:spPr>
          <a:xfrm>
            <a:off x="677098" y="3788172"/>
            <a:ext cx="1625194" cy="67667"/>
          </a:xfrm>
          <a:prstGeom prst="rect">
            <a:avLst/>
          </a:prstGeom>
          <a:solidFill>
            <a:srgbClr val="2EE6A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4059039"/>
            <a:ext cx="594703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2EE6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dark · heavy-display · asymmetric · dense · snappy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435402"/>
            <a:ext cx="1215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9A9C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689402"/>
            <a:ext cx="1215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4F4F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heavy-display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2308838" y="5435402"/>
            <a:ext cx="935085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9A9C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2308838" y="5689402"/>
            <a:ext cx="93508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4F4F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665613" y="5435402"/>
            <a:ext cx="2898745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9A9C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665613" y="5689402"/>
            <a:ext cx="28987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4F4F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ppt-altezza-ultramodern-keynote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3A3C46"/>
          </a:solidFill>
          <a:ln w="12698">
            <a:solidFill>
              <a:srgbClr val="45454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2153444"/>
            <a:ext cx="4077062" cy="11382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4F4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494881"/>
            <a:ext cx="4077062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9A9C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ultramodern-clip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4F4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9A9C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#13141A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4F4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9A9C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#3A3C46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4F4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9A9C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#F4F4F6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4F4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9A9C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#9A9CA6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13141A"/>
          </a:solidFill>
          <a:ln w="12698">
            <a:solidFill>
              <a:srgbClr val="45454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A9CA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#13141A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3A3C46"/>
          </a:solidFill>
          <a:ln w="12698">
            <a:solidFill>
              <a:srgbClr val="45454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A9CA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#3A3C46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F4F4F6"/>
          </a:solidFill>
          <a:ln w="12698">
            <a:solidFill>
              <a:srgbClr val="45454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A9CA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#F4F4F6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9A9CA6"/>
          </a:solidFill>
          <a:ln w="12698">
            <a:solidFill>
              <a:srgbClr val="45454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A9CA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#9A9CA6</a:t>
            </a:r>
            <a:endParaRPr lang="en-US" sz="1333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DE8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5245261" cy="680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Kula 미니멀리스트 키노트</a:t>
            </a:r>
            <a:endParaRPr lang="en-US" sz="3999" dirty="0"/>
          </a:p>
        </p:txBody>
      </p:sp>
      <p:sp>
        <p:nvSpPr>
          <p:cNvPr id="3" name="Text 1"/>
          <p:cNvSpPr/>
          <p:nvPr/>
        </p:nvSpPr>
        <p:spPr>
          <a:xfrm>
            <a:off x="677098" y="1357908"/>
            <a:ext cx="524526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8C85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earth · minimal-sans · block-grid · airy · subtle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666450" y="508000"/>
            <a:ext cx="1845404" cy="363934"/>
          </a:xfrm>
          <a:prstGeom prst="rect">
            <a:avLst/>
          </a:prstGeom>
          <a:solidFill>
            <a:srgbClr val="8C85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18812" y="575667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79 / 92 · new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947862"/>
            <a:ext cx="7009044" cy="3445470"/>
          </a:xfrm>
          <a:prstGeom prst="roundRect">
            <a:avLst>
              <a:gd name="adj" fmla="val 4914"/>
            </a:avLst>
          </a:prstGeom>
          <a:solidFill>
            <a:srgbClr val="FFFFFF"/>
          </a:solidFill>
          <a:ln w="12698">
            <a:solidFill>
              <a:srgbClr val="C9C4B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91086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947862"/>
            <a:ext cx="3588837" cy="2675334"/>
          </a:xfrm>
          <a:prstGeom prst="roundRect">
            <a:avLst>
              <a:gd name="adj" fmla="val 6329"/>
            </a:avLst>
          </a:prstGeom>
          <a:solidFill>
            <a:srgbClr val="FFFFFF"/>
          </a:solidFill>
          <a:ln w="12698">
            <a:solidFill>
              <a:srgbClr val="C9C4B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150394"/>
            <a:ext cx="2836217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6E69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kula-lookbook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69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#EDE8E0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69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69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#4A4540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69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#8C857C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EDE8E0"/>
          </a:solidFill>
          <a:ln w="12698">
            <a:solidFill>
              <a:srgbClr val="C9C4B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96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#EDE8E0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C9C4B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96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4A4540"/>
          </a:solidFill>
          <a:ln w="12698">
            <a:solidFill>
              <a:srgbClr val="C9C4B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96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#4A4540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8C857C"/>
          </a:solidFill>
          <a:ln w="12698">
            <a:solidFill>
              <a:srgbClr val="C9C4B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96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#8C857C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69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4A454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336017" y="5664200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69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336017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4A454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791788" y="5664200"/>
            <a:ext cx="279736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69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791788" y="5918200"/>
            <a:ext cx="27973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4A454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ppt-kula-minimalist-keynote</a:t>
            </a:r>
            <a:endParaRPr lang="en-US" sz="1333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A1E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71774" y="541734"/>
            <a:ext cx="1845404" cy="363934"/>
          </a:xfrm>
          <a:prstGeom prst="rect">
            <a:avLst/>
          </a:prstGeom>
          <a:solidFill>
            <a:srgbClr val="7FA9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08729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80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901506" y="1419027"/>
            <a:ext cx="6385940" cy="839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E6E8EC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Epoch 프리미엄 키노트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474A5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901506" y="2812852"/>
            <a:ext cx="638594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7FA9C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dark · mixed · centered · balanced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901506" y="3335139"/>
            <a:ext cx="6385940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9298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epoch-corporate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2C313B"/>
          </a:solidFill>
          <a:ln w="12698">
            <a:solidFill>
              <a:srgbClr val="474A5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E6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E6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9298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#1A1E26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E6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9298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#2C313B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E6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9298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#E6E8EC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E6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9298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#9298A4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1A1E26"/>
          </a:solidFill>
          <a:ln w="12698">
            <a:solidFill>
              <a:srgbClr val="474A5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298A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#1A1E26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2C313B"/>
          </a:solidFill>
          <a:ln w="12698">
            <a:solidFill>
              <a:srgbClr val="474A5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298A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#2C313B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E6E8EC"/>
          </a:solidFill>
          <a:ln w="12698">
            <a:solidFill>
              <a:srgbClr val="474A5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298A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#E6E8EC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9298A4"/>
          </a:solidFill>
          <a:ln w="12698">
            <a:solidFill>
              <a:srgbClr val="474A5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298A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#9298A4</a:t>
            </a:r>
            <a:endParaRPr lang="en-US" sz="1333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845404" cy="363934"/>
          </a:xfrm>
          <a:prstGeom prst="rect">
            <a:avLst/>
          </a:prstGeom>
          <a:solidFill>
            <a:srgbClr val="FF5C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81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200473"/>
            <a:ext cx="5947030" cy="7941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253"/>
              </a:lnSpc>
              <a:buNone/>
            </a:pPr>
            <a:r>
              <a:rPr lang="en-US" sz="4666" b="1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Folio 포트폴리오 키노트</a:t>
            </a:r>
            <a:endParaRPr lang="en-US" sz="4666" dirty="0"/>
          </a:p>
        </p:txBody>
      </p:sp>
      <p:sp>
        <p:nvSpPr>
          <p:cNvPr id="5" name="Text 3"/>
          <p:cNvSpPr/>
          <p:nvPr/>
        </p:nvSpPr>
        <p:spPr>
          <a:xfrm>
            <a:off x="677098" y="3231555"/>
            <a:ext cx="1625194" cy="67667"/>
          </a:xfrm>
          <a:prstGeom prst="rect">
            <a:avLst/>
          </a:prstGeom>
          <a:solidFill>
            <a:srgbClr val="FF5C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502422"/>
            <a:ext cx="5947030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5C3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minimal-sans · asymmetric · balanced · playful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435402"/>
            <a:ext cx="1236595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6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689402"/>
            <a:ext cx="1236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4141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2329471" y="5435402"/>
            <a:ext cx="1030395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6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2329471" y="5689402"/>
            <a:ext cx="10303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4141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779686" y="5435402"/>
            <a:ext cx="278239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6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779686" y="5689402"/>
            <a:ext cx="27823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4141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ppt-folio-portfolio-keynote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FFFFFF"/>
          </a:solidFill>
          <a:ln w="12698">
            <a:solidFill>
              <a:srgbClr val="C5C5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2153444"/>
            <a:ext cx="4077062" cy="11382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494881"/>
            <a:ext cx="4077062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6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folio-portfolio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6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#F7F7F5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6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6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#141414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6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#9A9A9A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F7F7F5"/>
          </a:solidFill>
          <a:ln w="12698">
            <a:solidFill>
              <a:srgbClr val="C5C5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6464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#F7F7F5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C5C5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6464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141414"/>
          </a:solidFill>
          <a:ln w="12698">
            <a:solidFill>
              <a:srgbClr val="C5C5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6464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#141414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9A9A9A"/>
          </a:solidFill>
          <a:ln w="12698">
            <a:solidFill>
              <a:srgbClr val="C5C5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6464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#9A9A9A</a:t>
            </a:r>
            <a:endParaRPr lang="en-US" sz="1333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2319353" cy="363934"/>
          </a:xfrm>
          <a:prstGeom prst="rect">
            <a:avLst/>
          </a:prstGeom>
          <a:solidFill>
            <a:srgbClr val="C9A36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82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707555"/>
            <a:ext cx="11051451" cy="1179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90"/>
              </a:lnSpc>
              <a:buNone/>
            </a:pPr>
            <a:r>
              <a:rPr lang="en-US" sz="6932" b="1" dirty="0">
                <a:solidFill>
                  <a:srgbClr val="EDEAE3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다크 럭셔리 키노트</a:t>
            </a:r>
            <a:endParaRPr lang="en-US" sz="6932" dirty="0"/>
          </a:p>
        </p:txBody>
      </p:sp>
      <p:sp>
        <p:nvSpPr>
          <p:cNvPr id="5" name="Text 3"/>
          <p:cNvSpPr/>
          <p:nvPr/>
        </p:nvSpPr>
        <p:spPr>
          <a:xfrm>
            <a:off x="677098" y="3158133"/>
            <a:ext cx="2031492" cy="67667"/>
          </a:xfrm>
          <a:prstGeom prst="rect">
            <a:avLst/>
          </a:prstGeom>
          <a:solidFill>
            <a:srgbClr val="C9A36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462734"/>
            <a:ext cx="1105145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C9A36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dark · serif-editorial · full-bleed · airy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4617442"/>
            <a:ext cx="638938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EDEAE3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516719" y="4843066"/>
            <a:ext cx="3995135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DEAE3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E8A8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#0B0B0C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DEAE3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E8A8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#1A1A1C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DEAE3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E8A8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#EDEAE3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DEAE3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E8A8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#8E8A82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16719" y="4843066"/>
            <a:ext cx="922702" cy="236934"/>
          </a:xfrm>
          <a:prstGeom prst="rect">
            <a:avLst/>
          </a:prstGeom>
          <a:solidFill>
            <a:srgbClr val="0B0B0C"/>
          </a:solidFill>
          <a:ln w="12698">
            <a:solidFill>
              <a:srgbClr val="3D3C3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1671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E8A8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#0B0B0C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8540995" y="4843066"/>
            <a:ext cx="922702" cy="236934"/>
          </a:xfrm>
          <a:prstGeom prst="rect">
            <a:avLst/>
          </a:prstGeom>
          <a:solidFill>
            <a:srgbClr val="1A1A1C"/>
          </a:solidFill>
          <a:ln w="12698">
            <a:solidFill>
              <a:srgbClr val="3D3C3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40995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E8A8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#1A1A1C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9565272" y="4843066"/>
            <a:ext cx="922702" cy="236934"/>
          </a:xfrm>
          <a:prstGeom prst="rect">
            <a:avLst/>
          </a:prstGeom>
          <a:solidFill>
            <a:srgbClr val="EDEAE3"/>
          </a:solidFill>
          <a:ln w="12698">
            <a:solidFill>
              <a:srgbClr val="3D3C3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65272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E8A8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#EDEAE3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0589549" y="4843066"/>
            <a:ext cx="922702" cy="236934"/>
          </a:xfrm>
          <a:prstGeom prst="rect">
            <a:avLst/>
          </a:prstGeom>
          <a:solidFill>
            <a:srgbClr val="8E8A82"/>
          </a:solidFill>
          <a:ln w="12698">
            <a:solidFill>
              <a:srgbClr val="3D3C3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8954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E8A8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#8E8A82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677098" y="5748933"/>
            <a:ext cx="23829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C9A36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ppt-dark-luxury-keynote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9378788" y="5748933"/>
            <a:ext cx="217572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8E8A8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serif-editorial · full-bleed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0" y="6688733"/>
            <a:ext cx="12188952" cy="169267"/>
          </a:xfrm>
          <a:prstGeom prst="rect">
            <a:avLst/>
          </a:prstGeom>
          <a:solidFill>
            <a:srgbClr val="C9A36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71774" y="541734"/>
            <a:ext cx="1845404" cy="363934"/>
          </a:xfrm>
          <a:prstGeom prst="rect">
            <a:avLst/>
          </a:prstGeom>
          <a:solidFill>
            <a:srgbClr val="0028A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08729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83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027937" y="1362273"/>
            <a:ext cx="8133078" cy="952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7503"/>
              </a:lnSpc>
              <a:buNone/>
            </a:pPr>
            <a:r>
              <a:rPr lang="en-US" sz="5599" b="1" dirty="0">
                <a:solidFill>
                  <a:srgbClr val="0108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삼성전자 IR 절제</a:t>
            </a:r>
            <a:endParaRPr lang="en-US" sz="5599" dirty="0"/>
          </a:p>
        </p:txBody>
      </p:sp>
      <p:sp>
        <p:nvSpPr>
          <p:cNvPr id="5" name="Text 3"/>
          <p:cNvSpPr/>
          <p:nvPr/>
        </p:nvSpPr>
        <p:spPr>
          <a:xfrm>
            <a:off x="4232209" y="2586038"/>
            <a:ext cx="3724336" cy="12700"/>
          </a:xfrm>
          <a:prstGeom prst="rect">
            <a:avLst/>
          </a:prstGeom>
          <a:solidFill>
            <a:srgbClr val="0D206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027937" y="2869605"/>
            <a:ext cx="8133078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028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minimal-sans · asymmetric-content-driven · balanced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027937" y="3391892"/>
            <a:ext cx="8133078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393E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samsung-global-ir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EDEEEF"/>
          </a:solidFill>
          <a:ln w="12698">
            <a:solidFill>
              <a:srgbClr val="0D206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108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108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393E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108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393E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#06122A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108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393E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#030414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108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393E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#F6F8FA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0D206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93E5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06122A"/>
          </a:solidFill>
          <a:ln w="12698">
            <a:solidFill>
              <a:srgbClr val="0D206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93E5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#06122A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030414"/>
          </a:solidFill>
          <a:ln w="12698">
            <a:solidFill>
              <a:srgbClr val="0D206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93E5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#030414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F6F8FA"/>
          </a:solidFill>
          <a:ln w="12698">
            <a:solidFill>
              <a:srgbClr val="0D206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93E5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#F6F8FA</a:t>
            </a:r>
            <a:endParaRPr lang="en-US" sz="1333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8823920" cy="680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000000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SKT 인터랙티브 AI 피라미드</a:t>
            </a:r>
            <a:endParaRPr lang="en-US" sz="3999" dirty="0"/>
          </a:p>
        </p:txBody>
      </p:sp>
      <p:sp>
        <p:nvSpPr>
          <p:cNvPr id="3" name="Text 1"/>
          <p:cNvSpPr/>
          <p:nvPr/>
        </p:nvSpPr>
        <p:spPr>
          <a:xfrm>
            <a:off x="677098" y="1357908"/>
            <a:ext cx="8823920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023C3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monochrome-blue · thin-display · asymmetric-content-driven · balanced-with-whitespace · subtle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666450" y="508000"/>
            <a:ext cx="1845404" cy="363934"/>
          </a:xfrm>
          <a:prstGeom prst="rect">
            <a:avLst/>
          </a:prstGeom>
          <a:solidFill>
            <a:srgbClr val="0023C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18812" y="575667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84 / 92 · new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2266950"/>
            <a:ext cx="7009044" cy="3100983"/>
          </a:xfrm>
          <a:prstGeom prst="rect">
            <a:avLst/>
          </a:prstGeom>
          <a:solidFill>
            <a:srgbClr val="E4EEFB"/>
          </a:solidFill>
          <a:ln w="12698">
            <a:solidFill>
              <a:srgbClr val="D7D7D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437930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2266950"/>
            <a:ext cx="3588837" cy="2330847"/>
          </a:xfrm>
          <a:prstGeom prst="rect">
            <a:avLst/>
          </a:prstGeom>
          <a:solidFill>
            <a:srgbClr val="E4EEFB"/>
          </a:solidFill>
          <a:ln w="12698">
            <a:solidFill>
              <a:srgbClr val="D7D7D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162300"/>
            <a:ext cx="3151487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59575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design-diversity · skt-interactive-report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34731"/>
            <a:ext cx="3588837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9575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9575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#E4EEFB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9575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#000000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9575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#595757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34731"/>
            <a:ext cx="82112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D7D7D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9575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34731"/>
            <a:ext cx="821127" cy="236934"/>
          </a:xfrm>
          <a:prstGeom prst="rect">
            <a:avLst/>
          </a:prstGeom>
          <a:solidFill>
            <a:srgbClr val="E4EEFB"/>
          </a:solidFill>
          <a:ln w="12698">
            <a:solidFill>
              <a:srgbClr val="D7D7D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9575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#E4EEFB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34731"/>
            <a:ext cx="821127" cy="236934"/>
          </a:xfrm>
          <a:prstGeom prst="rect">
            <a:avLst/>
          </a:prstGeom>
          <a:solidFill>
            <a:srgbClr val="000000"/>
          </a:solidFill>
          <a:ln w="12698">
            <a:solidFill>
              <a:srgbClr val="D7D7D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9575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#000000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34731"/>
            <a:ext cx="821127" cy="236934"/>
          </a:xfrm>
          <a:prstGeom prst="rect">
            <a:avLst/>
          </a:prstGeom>
          <a:solidFill>
            <a:srgbClr val="595757"/>
          </a:solidFill>
          <a:ln w="12698">
            <a:solidFill>
              <a:srgbClr val="D7D7D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9575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#595757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38800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9575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serif-editorial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640741" y="56388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9575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640741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4096512" y="5638800"/>
            <a:ext cx="310818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9575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4096512" y="5918200"/>
            <a:ext cx="310818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ppt-skt-interactive-ai-pyramid</a:t>
            </a:r>
            <a:endParaRPr lang="en-US" sz="1333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010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1845404" cy="363934"/>
          </a:xfrm>
          <a:prstGeom prst="rect">
            <a:avLst/>
          </a:prstGeom>
          <a:solidFill>
            <a:srgbClr val="66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575667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85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786930"/>
            <a:ext cx="11051451" cy="10209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39"/>
              </a:lnSpc>
              <a:buNone/>
            </a:pPr>
            <a:r>
              <a:rPr lang="en-US" sz="5999" b="1" dirty="0">
                <a:solidFill>
                  <a:srgbClr val="FFFFFF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현대차 시네마틱 인베스터데이</a:t>
            </a:r>
            <a:endParaRPr lang="en-US" sz="5999" dirty="0"/>
          </a:p>
        </p:txBody>
      </p:sp>
      <p:sp>
        <p:nvSpPr>
          <p:cNvPr id="5" name="Text 3"/>
          <p:cNvSpPr/>
          <p:nvPr/>
        </p:nvSpPr>
        <p:spPr>
          <a:xfrm>
            <a:off x="677098" y="3078758"/>
            <a:ext cx="2031492" cy="67667"/>
          </a:xfrm>
          <a:prstGeom prst="rect">
            <a:avLst/>
          </a:prstGeom>
          <a:solidFill>
            <a:srgbClr val="66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383359"/>
            <a:ext cx="1105145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66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dark · heavy-display · full-bleed · balanced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4617442"/>
            <a:ext cx="638938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516719" y="4843066"/>
            <a:ext cx="3995135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A8B4C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#101030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A8B4C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#101838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A8B4C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#0E1329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A8B4C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#14274A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16719" y="4843066"/>
            <a:ext cx="922702" cy="236934"/>
          </a:xfrm>
          <a:prstGeom prst="rect">
            <a:avLst/>
          </a:prstGeom>
          <a:solidFill>
            <a:srgbClr val="101030"/>
          </a:solidFill>
          <a:ln w="12698">
            <a:solidFill>
              <a:srgbClr val="45455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1671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B4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#101030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8540995" y="4843066"/>
            <a:ext cx="922702" cy="236934"/>
          </a:xfrm>
          <a:prstGeom prst="rect">
            <a:avLst/>
          </a:prstGeom>
          <a:solidFill>
            <a:srgbClr val="101838"/>
          </a:solidFill>
          <a:ln w="12698">
            <a:solidFill>
              <a:srgbClr val="45455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40995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B4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#101838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9565272" y="4843066"/>
            <a:ext cx="922702" cy="236934"/>
          </a:xfrm>
          <a:prstGeom prst="rect">
            <a:avLst/>
          </a:prstGeom>
          <a:solidFill>
            <a:srgbClr val="0E1329"/>
          </a:solidFill>
          <a:ln w="12698">
            <a:solidFill>
              <a:srgbClr val="45455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65272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B4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#0E1329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0589549" y="4843066"/>
            <a:ext cx="922702" cy="236934"/>
          </a:xfrm>
          <a:prstGeom prst="rect">
            <a:avLst/>
          </a:prstGeom>
          <a:solidFill>
            <a:srgbClr val="14274A"/>
          </a:solidFill>
          <a:ln w="12698">
            <a:solidFill>
              <a:srgbClr val="45455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8954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B4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#14274A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677098" y="5748933"/>
            <a:ext cx="352260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66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ppt-hyundai-cinematic-investor-day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9454968" y="5761633"/>
            <a:ext cx="209802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A8B4C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heavy-display · full-bleed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0" y="6688733"/>
            <a:ext cx="12188952" cy="169267"/>
          </a:xfrm>
          <a:prstGeom prst="rect">
            <a:avLst/>
          </a:prstGeom>
          <a:solidFill>
            <a:srgbClr val="66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8823920" cy="680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통합보고서 어워드</a:t>
            </a:r>
            <a:endParaRPr lang="en-US" sz="3999" dirty="0"/>
          </a:p>
        </p:txBody>
      </p:sp>
      <p:sp>
        <p:nvSpPr>
          <p:cNvPr id="3" name="Text 1"/>
          <p:cNvSpPr/>
          <p:nvPr/>
        </p:nvSpPr>
        <p:spPr>
          <a:xfrm>
            <a:off x="677098" y="1357908"/>
            <a:ext cx="8823920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3C7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multi-segment-signature · giant-display-sans · data-card-grid · dual-mode-breath · subtle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666450" y="508000"/>
            <a:ext cx="1845404" cy="363934"/>
          </a:xfrm>
          <a:prstGeom prst="rect">
            <a:avLst/>
          </a:prstGeom>
          <a:solidFill>
            <a:srgbClr val="03C75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18812" y="575667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86 / 92 · new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2266950"/>
            <a:ext cx="7009044" cy="3126383"/>
          </a:xfrm>
          <a:prstGeom prst="roundRect">
            <a:avLst>
              <a:gd name="adj" fmla="val 5416"/>
            </a:avLst>
          </a:prstGeom>
          <a:solidFill>
            <a:srgbClr val="F5F5F5"/>
          </a:solidFill>
          <a:ln w="12698">
            <a:solidFill>
              <a:srgbClr val="E8E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450630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2266950"/>
            <a:ext cx="3588837" cy="2356247"/>
          </a:xfrm>
          <a:prstGeom prst="roundRect">
            <a:avLst>
              <a:gd name="adj" fmla="val 7186"/>
            </a:avLst>
          </a:prstGeom>
          <a:solidFill>
            <a:srgbClr val="F5F5F5"/>
          </a:solidFill>
          <a:ln w="12698">
            <a:solidFill>
              <a:srgbClr val="E8E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175000"/>
            <a:ext cx="3151487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3E3E3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naver-communication-design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#FAFAFA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#F5F5F5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#0A0A0A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E8E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B7B7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FAFAFA"/>
          </a:solidFill>
          <a:ln w="12698">
            <a:solidFill>
              <a:srgbClr val="E8E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B7B7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#FAFAFA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F5F5F5"/>
          </a:solidFill>
          <a:ln w="12698">
            <a:solidFill>
              <a:srgbClr val="E8E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B7B7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#F5F5F5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0A0A0A"/>
          </a:solidFill>
          <a:ln w="12698">
            <a:solidFill>
              <a:srgbClr val="E8E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B7B7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#0A0A0A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336017" y="5664200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336017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791788" y="5664200"/>
            <a:ext cx="341900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791788" y="5918200"/>
            <a:ext cx="341900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ppt-naver-integrated-report-award</a:t>
            </a:r>
            <a:endParaRPr lang="en-US" sz="1333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BFBF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007AB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87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535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NEW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703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000000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카카오 1Q26 보수 IR</a:t>
            </a:r>
            <a:endParaRPr lang="en-US" sz="4133" dirty="0"/>
          </a:p>
        </p:txBody>
      </p:sp>
      <p:sp>
        <p:nvSpPr>
          <p:cNvPr id="6" name="Text 4"/>
          <p:cNvSpPr/>
          <p:nvPr/>
        </p:nvSpPr>
        <p:spPr>
          <a:xfrm>
            <a:off x="2200518" y="1414463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07ABF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accent-signal · humanist-sans · strict-grid · balanced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044428"/>
            <a:ext cx="9311336" cy="1258094"/>
          </a:xfrm>
          <a:prstGeom prst="roundRect">
            <a:avLst>
              <a:gd name="adj" fmla="val 13458"/>
            </a:avLst>
          </a:prstGeom>
          <a:solidFill>
            <a:srgbClr val="FFFFFF"/>
          </a:solidFill>
          <a:ln w="12698">
            <a:solidFill>
              <a:srgbClr val="BFBF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294063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2539960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35353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#F2F2F2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35353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35353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#000000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35353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#7F7F7F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558859" cy="236934"/>
          </a:xfrm>
          <a:prstGeom prst="rect">
            <a:avLst/>
          </a:prstGeom>
          <a:solidFill>
            <a:srgbClr val="F2F2F2"/>
          </a:solidFill>
          <a:ln w="12698">
            <a:solidFill>
              <a:srgbClr val="BFBF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57003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535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#F2F2F2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2860952" y="5613400"/>
            <a:ext cx="558859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BFBF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860952" y="5918002"/>
            <a:ext cx="57003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535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3521385" y="5613400"/>
            <a:ext cx="558859" cy="236934"/>
          </a:xfrm>
          <a:prstGeom prst="rect">
            <a:avLst/>
          </a:prstGeom>
          <a:solidFill>
            <a:srgbClr val="000000"/>
          </a:solidFill>
          <a:ln w="12698">
            <a:solidFill>
              <a:srgbClr val="BFBF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521385" y="5918002"/>
            <a:ext cx="57003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535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#000000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4181818" y="5613400"/>
            <a:ext cx="558859" cy="236934"/>
          </a:xfrm>
          <a:prstGeom prst="rect">
            <a:avLst/>
          </a:prstGeom>
          <a:solidFill>
            <a:srgbClr val="7F7F7F"/>
          </a:solidFill>
          <a:ln w="12698">
            <a:solidFill>
              <a:srgbClr val="BFBF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181818" y="5918002"/>
            <a:ext cx="57003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535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#7F7F7F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5146777" y="5638602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5353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5146777" y="5918002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serif-editorial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7110420" y="56386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5353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7110420" y="59180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8667765" y="5638602"/>
            <a:ext cx="290097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5353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8667765" y="5918002"/>
            <a:ext cx="290097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ppt-kakao-friendly-card-news</a:t>
            </a:r>
            <a:endParaRPr lang="en-US" sz="1333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001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8823920" cy="680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산업통상부 슬로건 캘리그래피</a:t>
            </a:r>
            <a:endParaRPr lang="en-US" sz="3999" dirty="0"/>
          </a:p>
        </p:txBody>
      </p:sp>
      <p:sp>
        <p:nvSpPr>
          <p:cNvPr id="3" name="Text 1"/>
          <p:cNvSpPr/>
          <p:nvPr/>
        </p:nvSpPr>
        <p:spPr>
          <a:xfrm>
            <a:off x="677098" y="1357908"/>
            <a:ext cx="8823920" cy="957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navy-mono-with-gold-cyan-accent · slogan-calligraphy-driven · asymmetric-card-grid + photo-fullscreen + map-pin-infographic · generous-breathing-slogan-dominant · none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666450" y="508000"/>
            <a:ext cx="1845404" cy="363934"/>
          </a:xfrm>
          <a:prstGeom prst="rect">
            <a:avLst/>
          </a:prstGeom>
          <a:solidFill>
            <a:srgbClr val="E8F8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18812" y="575667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88 / 92 · new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2586038"/>
            <a:ext cx="7009044" cy="2807295"/>
          </a:xfrm>
          <a:prstGeom prst="rect">
            <a:avLst/>
          </a:prstGeom>
          <a:solidFill>
            <a:srgbClr val="FFFFFF"/>
          </a:solidFill>
          <a:ln w="12698">
            <a:solidFill>
              <a:srgbClr val="384B6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610173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2586038"/>
            <a:ext cx="3588837" cy="2037159"/>
          </a:xfrm>
          <a:prstGeom prst="rect">
            <a:avLst/>
          </a:prstGeom>
          <a:solidFill>
            <a:srgbClr val="FFFFFF"/>
          </a:solidFill>
          <a:ln w="12698">
            <a:solidFill>
              <a:srgbClr val="384B6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334544"/>
            <a:ext cx="3151487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040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korea-gov-slogan-deck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7CCD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#001838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7CCD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#002858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7CCD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#003070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7CCD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#E8F0F8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001838"/>
          </a:solidFill>
          <a:ln w="12698">
            <a:solidFill>
              <a:srgbClr val="384B6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7CCD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#001838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002858"/>
          </a:solidFill>
          <a:ln w="12698">
            <a:solidFill>
              <a:srgbClr val="384B6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7CCD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#002858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003070"/>
          </a:solidFill>
          <a:ln w="12698">
            <a:solidFill>
              <a:srgbClr val="384B6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7CCD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#003070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E8F0F8"/>
          </a:solidFill>
          <a:ln w="12698">
            <a:solidFill>
              <a:srgbClr val="384B6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7CCD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#E8F0F8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7CCD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336017" y="5664200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7CCD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336017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791788" y="5664200"/>
            <a:ext cx="290097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7CCD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791788" y="5918200"/>
            <a:ext cx="290097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ppt-motie-slogan-infographic</a:t>
            </a:r>
            <a:endParaRPr lang="en-US" sz="1333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E7F1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71774" y="541734"/>
            <a:ext cx="1845404" cy="363934"/>
          </a:xfrm>
          <a:prstGeom prst="rect">
            <a:avLst/>
          </a:prstGeom>
          <a:solidFill>
            <a:srgbClr val="00206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08729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89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1259592" y="1259483"/>
            <a:ext cx="9669767" cy="839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1C28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과기정통부 정통 정부 라이트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369741"/>
            <a:ext cx="3724336" cy="12700"/>
          </a:xfrm>
          <a:prstGeom prst="rect">
            <a:avLst/>
          </a:prstGeom>
          <a:solidFill>
            <a:srgbClr val="BAC5D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59592" y="2653308"/>
            <a:ext cx="9669767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02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light-navy-pale-blue · pretendard-balanced · asymmetric-2col-with-ribbon · balanced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1259592" y="3494683"/>
            <a:ext cx="9669767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3C48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korea-gov-navy-ribbon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oundRect">
            <a:avLst>
              <a:gd name="adj" fmla="val 13458"/>
            </a:avLst>
          </a:prstGeom>
          <a:solidFill>
            <a:srgbClr val="FFFFFF"/>
          </a:solidFill>
          <a:ln w="12698">
            <a:solidFill>
              <a:srgbClr val="BAC5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C28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C28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3C48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#E7F1FA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C28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3C48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#E0EEF9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C28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3C48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#F4F9FC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C28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3C48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E7F1FA"/>
          </a:solidFill>
          <a:ln w="12698">
            <a:solidFill>
              <a:srgbClr val="BAC5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C486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#E7F1FA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E0EEF9"/>
          </a:solidFill>
          <a:ln w="12698">
            <a:solidFill>
              <a:srgbClr val="BAC5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C486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#E0EEF9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F4F9FC"/>
          </a:solidFill>
          <a:ln w="12698">
            <a:solidFill>
              <a:srgbClr val="BAC5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C486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#F4F9FC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BAC5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C486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0509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71774" y="541734"/>
            <a:ext cx="1845404" cy="363934"/>
          </a:xfrm>
          <a:prstGeom prst="rect">
            <a:avLst/>
          </a:prstGeom>
          <a:solidFill>
            <a:srgbClr val="FCFC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08729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90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590688" y="1419027"/>
            <a:ext cx="7007576" cy="839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FFFFFF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기획재정부 시네마틱 브리핑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3C3F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590688" y="2812852"/>
            <a:ext cx="7007576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CFC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multi · mixed · hybrid · medium · minimal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590688" y="3335139"/>
            <a:ext cx="7007576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C8C9C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korea-gov-cinematic-briefing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oundRect">
            <a:avLst>
              <a:gd name="adj" fmla="val 13458"/>
            </a:avLst>
          </a:prstGeom>
          <a:solidFill>
            <a:srgbClr val="FFFFFF"/>
          </a:solidFill>
          <a:ln w="12698">
            <a:solidFill>
              <a:srgbClr val="3C3F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8C9C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#05091A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8C9C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#040716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8C9C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#050818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8C9C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#050B1E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05091A"/>
          </a:solidFill>
          <a:ln w="12698">
            <a:solidFill>
              <a:srgbClr val="3C3F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8C9C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#05091A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040716"/>
          </a:solidFill>
          <a:ln w="12698">
            <a:solidFill>
              <a:srgbClr val="3C3F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8C9C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#040716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050818"/>
          </a:solidFill>
          <a:ln w="12698">
            <a:solidFill>
              <a:srgbClr val="3C3F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8C9C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#050818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050B1E"/>
          </a:solidFill>
          <a:ln w="12698">
            <a:solidFill>
              <a:srgbClr val="3C3F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8C9C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#050B1E</a:t>
            </a:r>
            <a:endParaRPr lang="en-US" sz="1333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EE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1845404" cy="363934"/>
          </a:xfrm>
          <a:prstGeom prst="rect">
            <a:avLst/>
          </a:prstGeom>
          <a:solidFill>
            <a:srgbClr val="0228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575667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91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707555"/>
            <a:ext cx="11051451" cy="1179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90"/>
              </a:lnSpc>
              <a:buNone/>
            </a:pPr>
            <a:r>
              <a:rPr lang="en-US" sz="6932" b="1" dirty="0">
                <a:solidFill>
                  <a:srgbClr val="32355D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문체부 K-컬처 라벤더</a:t>
            </a:r>
            <a:endParaRPr lang="en-US" sz="6932" dirty="0"/>
          </a:p>
        </p:txBody>
      </p:sp>
      <p:sp>
        <p:nvSpPr>
          <p:cNvPr id="5" name="Text 3"/>
          <p:cNvSpPr/>
          <p:nvPr/>
        </p:nvSpPr>
        <p:spPr>
          <a:xfrm>
            <a:off x="677098" y="3158133"/>
            <a:ext cx="2031492" cy="67667"/>
          </a:xfrm>
          <a:prstGeom prst="rect">
            <a:avLst/>
          </a:prstGeom>
          <a:solidFill>
            <a:srgbClr val="0228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462734"/>
            <a:ext cx="1105145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2285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pastel-accent · mixed · hybrid · medium · static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4617442"/>
            <a:ext cx="638938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32355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516719" y="4843066"/>
            <a:ext cx="3995135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2355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5C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#EEF2F7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2355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5C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#E7EDF5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2355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5C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#E5ECF4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2355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5C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#E2E9EE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16719" y="4843066"/>
            <a:ext cx="922702" cy="236934"/>
          </a:xfrm>
          <a:prstGeom prst="rect">
            <a:avLst/>
          </a:prstGeom>
          <a:solidFill>
            <a:srgbClr val="EEF2F7"/>
          </a:solidFill>
          <a:ln w="12698">
            <a:solidFill>
              <a:srgbClr val="C5C8D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1671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5C6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#EEF2F7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8540995" y="4843066"/>
            <a:ext cx="922702" cy="236934"/>
          </a:xfrm>
          <a:prstGeom prst="rect">
            <a:avLst/>
          </a:prstGeom>
          <a:solidFill>
            <a:srgbClr val="E7EDF5"/>
          </a:solidFill>
          <a:ln w="12698">
            <a:solidFill>
              <a:srgbClr val="C5C8D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40995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5C6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#E7EDF5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9565272" y="4843066"/>
            <a:ext cx="922702" cy="236934"/>
          </a:xfrm>
          <a:prstGeom prst="rect">
            <a:avLst/>
          </a:prstGeom>
          <a:solidFill>
            <a:srgbClr val="E5ECF4"/>
          </a:solidFill>
          <a:ln w="12698">
            <a:solidFill>
              <a:srgbClr val="C5C8D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65272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5C6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#E5ECF4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0589549" y="4843066"/>
            <a:ext cx="922702" cy="236934"/>
          </a:xfrm>
          <a:prstGeom prst="rect">
            <a:avLst/>
          </a:prstGeom>
          <a:solidFill>
            <a:srgbClr val="E2E9EE"/>
          </a:solidFill>
          <a:ln w="12698">
            <a:solidFill>
              <a:srgbClr val="C5C8D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8954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5C6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#E2E9EE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677098" y="5748933"/>
            <a:ext cx="18649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2285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ppt-mcst-k-culture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10115203" y="5761633"/>
            <a:ext cx="142458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5C5C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· full-bleed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0" y="6688733"/>
            <a:ext cx="12188952" cy="169267"/>
          </a:xfrm>
          <a:prstGeom prst="rect">
            <a:avLst/>
          </a:prstGeom>
          <a:solidFill>
            <a:srgbClr val="0228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0508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3C3E58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EDF4F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92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C9D9E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NEW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8167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431"/>
              </a:lnSpc>
              <a:buNone/>
            </a:pPr>
            <a:r>
              <a:rPr lang="en-US" sz="4799" b="1" dirty="0">
                <a:solidFill>
                  <a:srgbClr val="FFFFFF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통일부 한반도 평화공존</a:t>
            </a:r>
            <a:endParaRPr lang="en-US" sz="4799" dirty="0"/>
          </a:p>
        </p:txBody>
      </p:sp>
      <p:sp>
        <p:nvSpPr>
          <p:cNvPr id="6" name="Text 4"/>
          <p:cNvSpPr/>
          <p:nvPr/>
        </p:nvSpPr>
        <p:spPr>
          <a:xfrm>
            <a:off x="2200518" y="1527969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DF4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dark · mixed · strict-grid · balanced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101181"/>
            <a:ext cx="9311336" cy="1258094"/>
          </a:xfrm>
          <a:prstGeom prst="rect">
            <a:avLst/>
          </a:prstGeom>
          <a:solidFill>
            <a:srgbClr val="FFFFFF"/>
          </a:solidFill>
          <a:ln w="12698">
            <a:solidFill>
              <a:srgbClr val="3C3E5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350816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3352557" cy="533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9D9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#050829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9D9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#02072B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9D9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#02153D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9D9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#001B4A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762008" cy="236934"/>
          </a:xfrm>
          <a:prstGeom prst="rect">
            <a:avLst/>
          </a:prstGeom>
          <a:solidFill>
            <a:srgbClr val="050829"/>
          </a:solidFill>
          <a:ln w="12698">
            <a:solidFill>
              <a:srgbClr val="3C3E5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777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9D9E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#050829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064101" y="5613400"/>
            <a:ext cx="762008" cy="236934"/>
          </a:xfrm>
          <a:prstGeom prst="rect">
            <a:avLst/>
          </a:prstGeom>
          <a:solidFill>
            <a:srgbClr val="02072B"/>
          </a:solidFill>
          <a:ln w="12698">
            <a:solidFill>
              <a:srgbClr val="3C3E5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064101" y="5918002"/>
            <a:ext cx="777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9D9E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#02072B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3927683" y="5613400"/>
            <a:ext cx="762008" cy="236934"/>
          </a:xfrm>
          <a:prstGeom prst="rect">
            <a:avLst/>
          </a:prstGeom>
          <a:solidFill>
            <a:srgbClr val="02153D"/>
          </a:solidFill>
          <a:ln w="12698">
            <a:solidFill>
              <a:srgbClr val="3C3E5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927683" y="5918002"/>
            <a:ext cx="777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9D9E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#02153D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4791266" y="5613400"/>
            <a:ext cx="762008" cy="236934"/>
          </a:xfrm>
          <a:prstGeom prst="rect">
            <a:avLst/>
          </a:prstGeom>
          <a:solidFill>
            <a:srgbClr val="001B4A"/>
          </a:solidFill>
          <a:ln w="12698">
            <a:solidFill>
              <a:srgbClr val="3C3E5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791266" y="5918002"/>
            <a:ext cx="777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9D9E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#001B4A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5959374" y="5664002"/>
            <a:ext cx="51803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9D9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5959374" y="5918002"/>
            <a:ext cx="51803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mixed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907271" y="5664002"/>
            <a:ext cx="113966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9D9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6907271" y="59180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8464616" y="5664002"/>
            <a:ext cx="310818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9D9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8464616" y="5918002"/>
            <a:ext cx="310818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ppt-unikorea-peace-coexistence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92</Slides>
  <Notes>92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2026-08-27T18:54:10Z</dcterms:created>
  <dcterms:modified xsi:type="dcterms:W3CDTF">2026-08-27T18:54:10Z</dcterms:modified>
</cp:coreProperties>
</file>